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  <p:sldId id="259" r:id="rId6"/>
    <p:sldId id="264" r:id="rId7"/>
    <p:sldId id="260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9D2604-8369-49F3-8457-7145DEBA123A}" type="doc">
      <dgm:prSet loTypeId="urn:microsoft.com/office/officeart/2005/8/layout/target3" loCatId="relationship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6C06367-61CF-4F61-B4B1-87B8E79B7753}">
      <dgm:prSet/>
      <dgm:spPr/>
      <dgm:t>
        <a:bodyPr/>
        <a:lstStyle/>
        <a:p>
          <a:r>
            <a:rPr lang="en-IN" b="1" dirty="0">
              <a:latin typeface="+mj-lt"/>
            </a:rPr>
            <a:t>Why This Project?</a:t>
          </a:r>
        </a:p>
      </dgm:t>
    </dgm:pt>
    <dgm:pt modelId="{90783686-DA0B-482A-A362-77ABB99FB471}" type="parTrans" cxnId="{102A263D-EBDB-4833-9959-50AAA504D0D8}">
      <dgm:prSet/>
      <dgm:spPr/>
      <dgm:t>
        <a:bodyPr/>
        <a:lstStyle/>
        <a:p>
          <a:endParaRPr lang="en-IN"/>
        </a:p>
      </dgm:t>
    </dgm:pt>
    <dgm:pt modelId="{0C77C8BD-AFCA-4788-A549-67B955236D03}" type="sibTrans" cxnId="{102A263D-EBDB-4833-9959-50AAA504D0D8}">
      <dgm:prSet/>
      <dgm:spPr/>
      <dgm:t>
        <a:bodyPr/>
        <a:lstStyle/>
        <a:p>
          <a:endParaRPr lang="en-IN"/>
        </a:p>
      </dgm:t>
    </dgm:pt>
    <dgm:pt modelId="{BA446969-2ECF-425C-A6FD-BD907192B3AA}">
      <dgm:prSet/>
      <dgm:spPr/>
      <dgm:t>
        <a:bodyPr/>
        <a:lstStyle/>
        <a:p>
          <a:r>
            <a:rPr lang="en-US" dirty="0"/>
            <a:t>Solar energy is a key renewable energy source.</a:t>
          </a:r>
          <a:endParaRPr lang="en-IN" dirty="0"/>
        </a:p>
      </dgm:t>
    </dgm:pt>
    <dgm:pt modelId="{087B1D2E-D7DF-4F06-BFE8-BC8FF0F94B55}" type="parTrans" cxnId="{B8EC9F9C-F628-4103-A961-D741821A489E}">
      <dgm:prSet/>
      <dgm:spPr/>
      <dgm:t>
        <a:bodyPr/>
        <a:lstStyle/>
        <a:p>
          <a:endParaRPr lang="en-IN"/>
        </a:p>
      </dgm:t>
    </dgm:pt>
    <dgm:pt modelId="{18E6EECB-8B9D-4CA1-A893-3378F1C24ADB}" type="sibTrans" cxnId="{B8EC9F9C-F628-4103-A961-D741821A489E}">
      <dgm:prSet/>
      <dgm:spPr/>
      <dgm:t>
        <a:bodyPr/>
        <a:lstStyle/>
        <a:p>
          <a:endParaRPr lang="en-IN"/>
        </a:p>
      </dgm:t>
    </dgm:pt>
    <dgm:pt modelId="{3AF054EA-8045-4030-BBC6-E95C72B37F0E}">
      <dgm:prSet/>
      <dgm:spPr/>
      <dgm:t>
        <a:bodyPr/>
        <a:lstStyle/>
        <a:p>
          <a:r>
            <a:rPr lang="en-IN" b="1" dirty="0">
              <a:latin typeface="+mj-lt"/>
            </a:rPr>
            <a:t>Challenges</a:t>
          </a:r>
        </a:p>
      </dgm:t>
    </dgm:pt>
    <dgm:pt modelId="{FA14B918-D78F-4A4E-AA4D-E068C0BA113F}" type="parTrans" cxnId="{3AE92891-E02C-4216-BC64-0264DBDF1BB2}">
      <dgm:prSet/>
      <dgm:spPr/>
      <dgm:t>
        <a:bodyPr/>
        <a:lstStyle/>
        <a:p>
          <a:endParaRPr lang="en-IN"/>
        </a:p>
      </dgm:t>
    </dgm:pt>
    <dgm:pt modelId="{49EBFE00-D55B-411B-8508-A7BC7E1D05FE}" type="sibTrans" cxnId="{3AE92891-E02C-4216-BC64-0264DBDF1BB2}">
      <dgm:prSet/>
      <dgm:spPr/>
      <dgm:t>
        <a:bodyPr/>
        <a:lstStyle/>
        <a:p>
          <a:endParaRPr lang="en-IN"/>
        </a:p>
      </dgm:t>
    </dgm:pt>
    <dgm:pt modelId="{34FCE25A-0B56-42E7-8B03-2B585A349898}">
      <dgm:prSet/>
      <dgm:spPr/>
      <dgm:t>
        <a:bodyPr/>
        <a:lstStyle/>
        <a:p>
          <a:r>
            <a:rPr lang="en-US"/>
            <a:t>Forecasting helps reduce costs and improve energy reliability.</a:t>
          </a:r>
          <a:endParaRPr lang="en-IN" dirty="0"/>
        </a:p>
      </dgm:t>
    </dgm:pt>
    <dgm:pt modelId="{210EF6B4-D8DD-476D-B07F-2F7A49F883C9}" type="parTrans" cxnId="{DA98F9BE-CE7C-41BB-AEE0-75717374BB77}">
      <dgm:prSet/>
      <dgm:spPr/>
      <dgm:t>
        <a:bodyPr/>
        <a:lstStyle/>
        <a:p>
          <a:endParaRPr lang="en-IN"/>
        </a:p>
      </dgm:t>
    </dgm:pt>
    <dgm:pt modelId="{4A62F21F-CD5F-402D-A871-49750934C695}" type="sibTrans" cxnId="{DA98F9BE-CE7C-41BB-AEE0-75717374BB77}">
      <dgm:prSet/>
      <dgm:spPr/>
      <dgm:t>
        <a:bodyPr/>
        <a:lstStyle/>
        <a:p>
          <a:endParaRPr lang="en-IN"/>
        </a:p>
      </dgm:t>
    </dgm:pt>
    <dgm:pt modelId="{FBB4D752-74D1-4D42-AE2D-90E88E2C8672}">
      <dgm:prSet/>
      <dgm:spPr/>
      <dgm:t>
        <a:bodyPr/>
        <a:lstStyle/>
        <a:p>
          <a:r>
            <a:rPr lang="en-US" dirty="0"/>
            <a:t>Variability in weather conditions affects solar energy production.</a:t>
          </a:r>
          <a:endParaRPr lang="en-IN" dirty="0"/>
        </a:p>
      </dgm:t>
    </dgm:pt>
    <dgm:pt modelId="{8C51B0E6-F96A-4F5F-89AB-13A2EA1005F4}" type="parTrans" cxnId="{CCC65151-FF95-4D27-97DA-9E96D21C7129}">
      <dgm:prSet/>
      <dgm:spPr/>
      <dgm:t>
        <a:bodyPr/>
        <a:lstStyle/>
        <a:p>
          <a:endParaRPr lang="en-IN"/>
        </a:p>
      </dgm:t>
    </dgm:pt>
    <dgm:pt modelId="{F6F35FA7-7A94-4A6B-8451-C9B124D2CC91}" type="sibTrans" cxnId="{CCC65151-FF95-4D27-97DA-9E96D21C7129}">
      <dgm:prSet/>
      <dgm:spPr/>
      <dgm:t>
        <a:bodyPr/>
        <a:lstStyle/>
        <a:p>
          <a:endParaRPr lang="en-IN"/>
        </a:p>
      </dgm:t>
    </dgm:pt>
    <dgm:pt modelId="{54379A9A-C7D3-4215-9696-2BEF83A3EC42}">
      <dgm:prSet/>
      <dgm:spPr/>
      <dgm:t>
        <a:bodyPr/>
        <a:lstStyle/>
        <a:p>
          <a:r>
            <a:rPr lang="en-IN" b="1" dirty="0">
              <a:latin typeface="+mj-lt"/>
            </a:rPr>
            <a:t>Solution</a:t>
          </a:r>
        </a:p>
      </dgm:t>
    </dgm:pt>
    <dgm:pt modelId="{C0F00115-B415-4404-B346-7FCECF6155D6}" type="sibTrans" cxnId="{8D326F1B-E111-4D16-B6D8-8E6DDA585411}">
      <dgm:prSet/>
      <dgm:spPr/>
      <dgm:t>
        <a:bodyPr/>
        <a:lstStyle/>
        <a:p>
          <a:endParaRPr lang="en-IN"/>
        </a:p>
      </dgm:t>
    </dgm:pt>
    <dgm:pt modelId="{158E1D4F-B70E-4F10-BCE1-A5728A678CB0}" type="parTrans" cxnId="{8D326F1B-E111-4D16-B6D8-8E6DDA585411}">
      <dgm:prSet/>
      <dgm:spPr/>
      <dgm:t>
        <a:bodyPr/>
        <a:lstStyle/>
        <a:p>
          <a:endParaRPr lang="en-IN"/>
        </a:p>
      </dgm:t>
    </dgm:pt>
    <dgm:pt modelId="{AE0A49A1-C3C0-486F-A5D1-ED04154F9483}">
      <dgm:prSet/>
      <dgm:spPr/>
      <dgm:t>
        <a:bodyPr/>
        <a:lstStyle/>
        <a:p>
          <a:r>
            <a:rPr lang="en-US" dirty="0"/>
            <a:t>Machine learning models can learn patterns from historical data to make accurate </a:t>
          </a:r>
          <a:r>
            <a:rPr lang="en-IN" dirty="0"/>
            <a:t>predictions.</a:t>
          </a:r>
        </a:p>
      </dgm:t>
    </dgm:pt>
    <dgm:pt modelId="{DE01B0AD-FA36-4B2A-BD5E-DD6247A8D9E1}" type="parTrans" cxnId="{8D953567-E2D6-447C-9415-827B0250EAEE}">
      <dgm:prSet/>
      <dgm:spPr/>
      <dgm:t>
        <a:bodyPr/>
        <a:lstStyle/>
        <a:p>
          <a:endParaRPr lang="en-IN"/>
        </a:p>
      </dgm:t>
    </dgm:pt>
    <dgm:pt modelId="{9ACEADB4-904B-4AB0-AA80-0A7688ABBF2F}" type="sibTrans" cxnId="{8D953567-E2D6-447C-9415-827B0250EAEE}">
      <dgm:prSet/>
      <dgm:spPr/>
      <dgm:t>
        <a:bodyPr/>
        <a:lstStyle/>
        <a:p>
          <a:endParaRPr lang="en-IN"/>
        </a:p>
      </dgm:t>
    </dgm:pt>
    <dgm:pt modelId="{1D88E47A-56B6-42E9-8EEE-069A24BDCF60}" type="pres">
      <dgm:prSet presAssocID="{1F9D2604-8369-49F3-8457-7145DEBA123A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23298F7D-D181-4656-94B8-9B3D3FA845A6}" type="pres">
      <dgm:prSet presAssocID="{66C06367-61CF-4F61-B4B1-87B8E79B7753}" presName="circle1" presStyleLbl="node1" presStyleIdx="0" presStyleCnt="3"/>
      <dgm:spPr/>
    </dgm:pt>
    <dgm:pt modelId="{C394F64B-0D59-46F9-86E5-F90DCB2633DE}" type="pres">
      <dgm:prSet presAssocID="{66C06367-61CF-4F61-B4B1-87B8E79B7753}" presName="space" presStyleCnt="0"/>
      <dgm:spPr/>
    </dgm:pt>
    <dgm:pt modelId="{2B771374-7EC2-4059-B2CF-6EE3AC2B80BF}" type="pres">
      <dgm:prSet presAssocID="{66C06367-61CF-4F61-B4B1-87B8E79B7753}" presName="rect1" presStyleLbl="alignAcc1" presStyleIdx="0" presStyleCnt="3"/>
      <dgm:spPr/>
    </dgm:pt>
    <dgm:pt modelId="{881F3D3D-ED0E-49B0-BA59-B6E9A97FE157}" type="pres">
      <dgm:prSet presAssocID="{3AF054EA-8045-4030-BBC6-E95C72B37F0E}" presName="vertSpace2" presStyleLbl="node1" presStyleIdx="0" presStyleCnt="3"/>
      <dgm:spPr/>
    </dgm:pt>
    <dgm:pt modelId="{540D1360-CAF7-459B-BA71-8FFA3362E293}" type="pres">
      <dgm:prSet presAssocID="{3AF054EA-8045-4030-BBC6-E95C72B37F0E}" presName="circle2" presStyleLbl="node1" presStyleIdx="1" presStyleCnt="3"/>
      <dgm:spPr/>
    </dgm:pt>
    <dgm:pt modelId="{B595514D-9B60-4181-892F-25DC1C43D02B}" type="pres">
      <dgm:prSet presAssocID="{3AF054EA-8045-4030-BBC6-E95C72B37F0E}" presName="rect2" presStyleLbl="alignAcc1" presStyleIdx="1" presStyleCnt="3"/>
      <dgm:spPr/>
    </dgm:pt>
    <dgm:pt modelId="{1414C175-820E-497E-A1F9-C4626FC1CF22}" type="pres">
      <dgm:prSet presAssocID="{54379A9A-C7D3-4215-9696-2BEF83A3EC42}" presName="vertSpace3" presStyleLbl="node1" presStyleIdx="1" presStyleCnt="3"/>
      <dgm:spPr/>
    </dgm:pt>
    <dgm:pt modelId="{42E4564C-0503-44AA-B396-D3DCB59460AA}" type="pres">
      <dgm:prSet presAssocID="{54379A9A-C7D3-4215-9696-2BEF83A3EC42}" presName="circle3" presStyleLbl="node1" presStyleIdx="2" presStyleCnt="3"/>
      <dgm:spPr/>
    </dgm:pt>
    <dgm:pt modelId="{36922DC8-44A5-4B8C-B700-8DEA4B94C6F9}" type="pres">
      <dgm:prSet presAssocID="{54379A9A-C7D3-4215-9696-2BEF83A3EC42}" presName="rect3" presStyleLbl="alignAcc1" presStyleIdx="2" presStyleCnt="3"/>
      <dgm:spPr/>
    </dgm:pt>
    <dgm:pt modelId="{D13EC003-276C-4E44-9FB4-FDA6D986235D}" type="pres">
      <dgm:prSet presAssocID="{66C06367-61CF-4F61-B4B1-87B8E79B7753}" presName="rect1ParTx" presStyleLbl="alignAcc1" presStyleIdx="2" presStyleCnt="3">
        <dgm:presLayoutVars>
          <dgm:chMax val="1"/>
          <dgm:bulletEnabled val="1"/>
        </dgm:presLayoutVars>
      </dgm:prSet>
      <dgm:spPr/>
    </dgm:pt>
    <dgm:pt modelId="{C4C33E80-95A7-46BD-B911-DA8F55BE30B1}" type="pres">
      <dgm:prSet presAssocID="{66C06367-61CF-4F61-B4B1-87B8E79B7753}" presName="rect1ChTx" presStyleLbl="alignAcc1" presStyleIdx="2" presStyleCnt="3">
        <dgm:presLayoutVars>
          <dgm:bulletEnabled val="1"/>
        </dgm:presLayoutVars>
      </dgm:prSet>
      <dgm:spPr/>
    </dgm:pt>
    <dgm:pt modelId="{FC5C5B38-7F09-4F48-8A08-E14943864CA5}" type="pres">
      <dgm:prSet presAssocID="{3AF054EA-8045-4030-BBC6-E95C72B37F0E}" presName="rect2ParTx" presStyleLbl="alignAcc1" presStyleIdx="2" presStyleCnt="3">
        <dgm:presLayoutVars>
          <dgm:chMax val="1"/>
          <dgm:bulletEnabled val="1"/>
        </dgm:presLayoutVars>
      </dgm:prSet>
      <dgm:spPr/>
    </dgm:pt>
    <dgm:pt modelId="{D1C3BD87-DB34-4C56-9C94-FE136867B37D}" type="pres">
      <dgm:prSet presAssocID="{3AF054EA-8045-4030-BBC6-E95C72B37F0E}" presName="rect2ChTx" presStyleLbl="alignAcc1" presStyleIdx="2" presStyleCnt="3">
        <dgm:presLayoutVars>
          <dgm:bulletEnabled val="1"/>
        </dgm:presLayoutVars>
      </dgm:prSet>
      <dgm:spPr/>
    </dgm:pt>
    <dgm:pt modelId="{02DFE9FC-AD2B-41AB-A359-0F1F16DA570F}" type="pres">
      <dgm:prSet presAssocID="{54379A9A-C7D3-4215-9696-2BEF83A3EC42}" presName="rect3ParTx" presStyleLbl="alignAcc1" presStyleIdx="2" presStyleCnt="3">
        <dgm:presLayoutVars>
          <dgm:chMax val="1"/>
          <dgm:bulletEnabled val="1"/>
        </dgm:presLayoutVars>
      </dgm:prSet>
      <dgm:spPr/>
    </dgm:pt>
    <dgm:pt modelId="{3386A8F0-F6AA-4B90-A0B8-30943921B2BE}" type="pres">
      <dgm:prSet presAssocID="{54379A9A-C7D3-4215-9696-2BEF83A3EC42}" presName="rect3ChTx" presStyleLbl="alignAcc1" presStyleIdx="2" presStyleCnt="3">
        <dgm:presLayoutVars>
          <dgm:bulletEnabled val="1"/>
        </dgm:presLayoutVars>
      </dgm:prSet>
      <dgm:spPr/>
    </dgm:pt>
  </dgm:ptLst>
  <dgm:cxnLst>
    <dgm:cxn modelId="{1A46BA11-DC19-4DFF-8755-A55F6123170C}" type="presOf" srcId="{1F9D2604-8369-49F3-8457-7145DEBA123A}" destId="{1D88E47A-56B6-42E9-8EEE-069A24BDCF60}" srcOrd="0" destOrd="0" presId="urn:microsoft.com/office/officeart/2005/8/layout/target3"/>
    <dgm:cxn modelId="{AAAE4E12-5B20-4F74-B15A-8DFD897CC28B}" type="presOf" srcId="{3AF054EA-8045-4030-BBC6-E95C72B37F0E}" destId="{FC5C5B38-7F09-4F48-8A08-E14943864CA5}" srcOrd="1" destOrd="0" presId="urn:microsoft.com/office/officeart/2005/8/layout/target3"/>
    <dgm:cxn modelId="{8D326F1B-E111-4D16-B6D8-8E6DDA585411}" srcId="{1F9D2604-8369-49F3-8457-7145DEBA123A}" destId="{54379A9A-C7D3-4215-9696-2BEF83A3EC42}" srcOrd="2" destOrd="0" parTransId="{158E1D4F-B70E-4F10-BCE1-A5728A678CB0}" sibTransId="{C0F00115-B415-4404-B346-7FCECF6155D6}"/>
    <dgm:cxn modelId="{239CE91C-DC62-42E8-942F-75E37ECF79B1}" type="presOf" srcId="{FBB4D752-74D1-4D42-AE2D-90E88E2C8672}" destId="{D1C3BD87-DB34-4C56-9C94-FE136867B37D}" srcOrd="0" destOrd="0" presId="urn:microsoft.com/office/officeart/2005/8/layout/target3"/>
    <dgm:cxn modelId="{44835630-B188-4B2B-B76D-3C4CB8DA2048}" type="presOf" srcId="{34FCE25A-0B56-42E7-8B03-2B585A349898}" destId="{C4C33E80-95A7-46BD-B911-DA8F55BE30B1}" srcOrd="0" destOrd="1" presId="urn:microsoft.com/office/officeart/2005/8/layout/target3"/>
    <dgm:cxn modelId="{102A263D-EBDB-4833-9959-50AAA504D0D8}" srcId="{1F9D2604-8369-49F3-8457-7145DEBA123A}" destId="{66C06367-61CF-4F61-B4B1-87B8E79B7753}" srcOrd="0" destOrd="0" parTransId="{90783686-DA0B-482A-A362-77ABB99FB471}" sibTransId="{0C77C8BD-AFCA-4788-A549-67B955236D03}"/>
    <dgm:cxn modelId="{8D953567-E2D6-447C-9415-827B0250EAEE}" srcId="{54379A9A-C7D3-4215-9696-2BEF83A3EC42}" destId="{AE0A49A1-C3C0-486F-A5D1-ED04154F9483}" srcOrd="0" destOrd="0" parTransId="{DE01B0AD-FA36-4B2A-BD5E-DD6247A8D9E1}" sibTransId="{9ACEADB4-904B-4AB0-AA80-0A7688ABBF2F}"/>
    <dgm:cxn modelId="{D191EF4A-132C-4004-8765-35D0092619E3}" type="presOf" srcId="{66C06367-61CF-4F61-B4B1-87B8E79B7753}" destId="{2B771374-7EC2-4059-B2CF-6EE3AC2B80BF}" srcOrd="0" destOrd="0" presId="urn:microsoft.com/office/officeart/2005/8/layout/target3"/>
    <dgm:cxn modelId="{7197216D-0D9B-4842-A205-6D1A425B39E0}" type="presOf" srcId="{54379A9A-C7D3-4215-9696-2BEF83A3EC42}" destId="{36922DC8-44A5-4B8C-B700-8DEA4B94C6F9}" srcOrd="0" destOrd="0" presId="urn:microsoft.com/office/officeart/2005/8/layout/target3"/>
    <dgm:cxn modelId="{BFD62F4F-E837-4527-A30B-BD2D4DF8B616}" type="presOf" srcId="{3AF054EA-8045-4030-BBC6-E95C72B37F0E}" destId="{B595514D-9B60-4181-892F-25DC1C43D02B}" srcOrd="0" destOrd="0" presId="urn:microsoft.com/office/officeart/2005/8/layout/target3"/>
    <dgm:cxn modelId="{A46F804F-181D-43CC-A7AE-27FDFF4688CA}" type="presOf" srcId="{BA446969-2ECF-425C-A6FD-BD907192B3AA}" destId="{C4C33E80-95A7-46BD-B911-DA8F55BE30B1}" srcOrd="0" destOrd="0" presId="urn:microsoft.com/office/officeart/2005/8/layout/target3"/>
    <dgm:cxn modelId="{CCC65151-FF95-4D27-97DA-9E96D21C7129}" srcId="{3AF054EA-8045-4030-BBC6-E95C72B37F0E}" destId="{FBB4D752-74D1-4D42-AE2D-90E88E2C8672}" srcOrd="0" destOrd="0" parTransId="{8C51B0E6-F96A-4F5F-89AB-13A2EA1005F4}" sibTransId="{F6F35FA7-7A94-4A6B-8451-C9B124D2CC91}"/>
    <dgm:cxn modelId="{E7861755-A30A-4518-B565-2C63A48D4DDF}" type="presOf" srcId="{AE0A49A1-C3C0-486F-A5D1-ED04154F9483}" destId="{3386A8F0-F6AA-4B90-A0B8-30943921B2BE}" srcOrd="0" destOrd="0" presId="urn:microsoft.com/office/officeart/2005/8/layout/target3"/>
    <dgm:cxn modelId="{4FF4627D-37BD-4947-80E4-F2CB522A800B}" type="presOf" srcId="{54379A9A-C7D3-4215-9696-2BEF83A3EC42}" destId="{02DFE9FC-AD2B-41AB-A359-0F1F16DA570F}" srcOrd="1" destOrd="0" presId="urn:microsoft.com/office/officeart/2005/8/layout/target3"/>
    <dgm:cxn modelId="{3AE92891-E02C-4216-BC64-0264DBDF1BB2}" srcId="{1F9D2604-8369-49F3-8457-7145DEBA123A}" destId="{3AF054EA-8045-4030-BBC6-E95C72B37F0E}" srcOrd="1" destOrd="0" parTransId="{FA14B918-D78F-4A4E-AA4D-E068C0BA113F}" sibTransId="{49EBFE00-D55B-411B-8508-A7BC7E1D05FE}"/>
    <dgm:cxn modelId="{B8EC9F9C-F628-4103-A961-D741821A489E}" srcId="{66C06367-61CF-4F61-B4B1-87B8E79B7753}" destId="{BA446969-2ECF-425C-A6FD-BD907192B3AA}" srcOrd="0" destOrd="0" parTransId="{087B1D2E-D7DF-4F06-BFE8-BC8FF0F94B55}" sibTransId="{18E6EECB-8B9D-4CA1-A893-3378F1C24ADB}"/>
    <dgm:cxn modelId="{DA98F9BE-CE7C-41BB-AEE0-75717374BB77}" srcId="{66C06367-61CF-4F61-B4B1-87B8E79B7753}" destId="{34FCE25A-0B56-42E7-8B03-2B585A349898}" srcOrd="1" destOrd="0" parTransId="{210EF6B4-D8DD-476D-B07F-2F7A49F883C9}" sibTransId="{4A62F21F-CD5F-402D-A871-49750934C695}"/>
    <dgm:cxn modelId="{ACC7C9C8-F9D9-4EBF-9A0F-BEDF2059C483}" type="presOf" srcId="{66C06367-61CF-4F61-B4B1-87B8E79B7753}" destId="{D13EC003-276C-4E44-9FB4-FDA6D986235D}" srcOrd="1" destOrd="0" presId="urn:microsoft.com/office/officeart/2005/8/layout/target3"/>
    <dgm:cxn modelId="{55658C3E-9C04-4012-9BDA-715E57D4DD4A}" type="presParOf" srcId="{1D88E47A-56B6-42E9-8EEE-069A24BDCF60}" destId="{23298F7D-D181-4656-94B8-9B3D3FA845A6}" srcOrd="0" destOrd="0" presId="urn:microsoft.com/office/officeart/2005/8/layout/target3"/>
    <dgm:cxn modelId="{9C45BEE2-3A47-44B5-8678-97489DBEBDD0}" type="presParOf" srcId="{1D88E47A-56B6-42E9-8EEE-069A24BDCF60}" destId="{C394F64B-0D59-46F9-86E5-F90DCB2633DE}" srcOrd="1" destOrd="0" presId="urn:microsoft.com/office/officeart/2005/8/layout/target3"/>
    <dgm:cxn modelId="{3A5F9F52-EE9F-47ED-8158-09B1406072AC}" type="presParOf" srcId="{1D88E47A-56B6-42E9-8EEE-069A24BDCF60}" destId="{2B771374-7EC2-4059-B2CF-6EE3AC2B80BF}" srcOrd="2" destOrd="0" presId="urn:microsoft.com/office/officeart/2005/8/layout/target3"/>
    <dgm:cxn modelId="{E72FF35B-5DFF-4BBA-947E-8E6BCB7E56F6}" type="presParOf" srcId="{1D88E47A-56B6-42E9-8EEE-069A24BDCF60}" destId="{881F3D3D-ED0E-49B0-BA59-B6E9A97FE157}" srcOrd="3" destOrd="0" presId="urn:microsoft.com/office/officeart/2005/8/layout/target3"/>
    <dgm:cxn modelId="{AE25D2CD-7447-4AE2-960D-DDD8EF12865F}" type="presParOf" srcId="{1D88E47A-56B6-42E9-8EEE-069A24BDCF60}" destId="{540D1360-CAF7-459B-BA71-8FFA3362E293}" srcOrd="4" destOrd="0" presId="urn:microsoft.com/office/officeart/2005/8/layout/target3"/>
    <dgm:cxn modelId="{76A90ED3-52E7-41B2-B1CC-15C3E56E033A}" type="presParOf" srcId="{1D88E47A-56B6-42E9-8EEE-069A24BDCF60}" destId="{B595514D-9B60-4181-892F-25DC1C43D02B}" srcOrd="5" destOrd="0" presId="urn:microsoft.com/office/officeart/2005/8/layout/target3"/>
    <dgm:cxn modelId="{A8A5277F-D027-4C57-B92E-16D17F5EE186}" type="presParOf" srcId="{1D88E47A-56B6-42E9-8EEE-069A24BDCF60}" destId="{1414C175-820E-497E-A1F9-C4626FC1CF22}" srcOrd="6" destOrd="0" presId="urn:microsoft.com/office/officeart/2005/8/layout/target3"/>
    <dgm:cxn modelId="{76783CC8-4C04-45A1-86D9-349FC1E0B6E1}" type="presParOf" srcId="{1D88E47A-56B6-42E9-8EEE-069A24BDCF60}" destId="{42E4564C-0503-44AA-B396-D3DCB59460AA}" srcOrd="7" destOrd="0" presId="urn:microsoft.com/office/officeart/2005/8/layout/target3"/>
    <dgm:cxn modelId="{F865B5AC-A565-49E2-99E7-A46330F0D9B6}" type="presParOf" srcId="{1D88E47A-56B6-42E9-8EEE-069A24BDCF60}" destId="{36922DC8-44A5-4B8C-B700-8DEA4B94C6F9}" srcOrd="8" destOrd="0" presId="urn:microsoft.com/office/officeart/2005/8/layout/target3"/>
    <dgm:cxn modelId="{E5B84164-297B-4FDE-83C5-88CD3ABC06F4}" type="presParOf" srcId="{1D88E47A-56B6-42E9-8EEE-069A24BDCF60}" destId="{D13EC003-276C-4E44-9FB4-FDA6D986235D}" srcOrd="9" destOrd="0" presId="urn:microsoft.com/office/officeart/2005/8/layout/target3"/>
    <dgm:cxn modelId="{31D4965C-15FA-4449-8516-6D06F4DFCAB3}" type="presParOf" srcId="{1D88E47A-56B6-42E9-8EEE-069A24BDCF60}" destId="{C4C33E80-95A7-46BD-B911-DA8F55BE30B1}" srcOrd="10" destOrd="0" presId="urn:microsoft.com/office/officeart/2005/8/layout/target3"/>
    <dgm:cxn modelId="{77D62EF5-2CA1-407A-902E-01ED14956EB9}" type="presParOf" srcId="{1D88E47A-56B6-42E9-8EEE-069A24BDCF60}" destId="{FC5C5B38-7F09-4F48-8A08-E14943864CA5}" srcOrd="11" destOrd="0" presId="urn:microsoft.com/office/officeart/2005/8/layout/target3"/>
    <dgm:cxn modelId="{AFED7DC9-F024-4350-9BFE-613BBD18B072}" type="presParOf" srcId="{1D88E47A-56B6-42E9-8EEE-069A24BDCF60}" destId="{D1C3BD87-DB34-4C56-9C94-FE136867B37D}" srcOrd="12" destOrd="0" presId="urn:microsoft.com/office/officeart/2005/8/layout/target3"/>
    <dgm:cxn modelId="{09A36CB5-BC3C-4654-911F-B2BC8D144DFC}" type="presParOf" srcId="{1D88E47A-56B6-42E9-8EEE-069A24BDCF60}" destId="{02DFE9FC-AD2B-41AB-A359-0F1F16DA570F}" srcOrd="13" destOrd="0" presId="urn:microsoft.com/office/officeart/2005/8/layout/target3"/>
    <dgm:cxn modelId="{375BB021-45C9-4321-B873-34B8CCC0C53D}" type="presParOf" srcId="{1D88E47A-56B6-42E9-8EEE-069A24BDCF60}" destId="{3386A8F0-F6AA-4B90-A0B8-30943921B2BE}" srcOrd="14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C12036-3AA6-4670-9515-7470B37A5D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3057B73-82FD-4816-BED5-62462A0A27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1-2:</a:t>
          </a:r>
          <a:r>
            <a:rPr lang="en-US"/>
            <a:t> Literature review &amp; dataset exploration</a:t>
          </a:r>
        </a:p>
      </dgm:t>
    </dgm:pt>
    <dgm:pt modelId="{87274789-79EE-4971-8F29-89027CED9C45}" type="parTrans" cxnId="{49131AAA-00CB-475D-A0AA-D88F3A996F52}">
      <dgm:prSet/>
      <dgm:spPr/>
      <dgm:t>
        <a:bodyPr/>
        <a:lstStyle/>
        <a:p>
          <a:endParaRPr lang="en-US"/>
        </a:p>
      </dgm:t>
    </dgm:pt>
    <dgm:pt modelId="{04A16308-BAC7-444B-8DE1-35472E603705}" type="sibTrans" cxnId="{49131AAA-00CB-475D-A0AA-D88F3A996F52}">
      <dgm:prSet/>
      <dgm:spPr/>
      <dgm:t>
        <a:bodyPr/>
        <a:lstStyle/>
        <a:p>
          <a:endParaRPr lang="en-US"/>
        </a:p>
      </dgm:t>
    </dgm:pt>
    <dgm:pt modelId="{2D4826FC-0290-4A70-9A6C-4C60730337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Week 3-4:</a:t>
          </a:r>
          <a:r>
            <a:rPr lang="en-US" dirty="0"/>
            <a:t> Data cleaning &amp; preprocessing</a:t>
          </a:r>
        </a:p>
      </dgm:t>
    </dgm:pt>
    <dgm:pt modelId="{B3D3A233-6F20-44E7-AE24-6D692D88987D}" type="parTrans" cxnId="{F3FE6D01-395D-4748-B434-325A0756AFDD}">
      <dgm:prSet/>
      <dgm:spPr/>
      <dgm:t>
        <a:bodyPr/>
        <a:lstStyle/>
        <a:p>
          <a:endParaRPr lang="en-US"/>
        </a:p>
      </dgm:t>
    </dgm:pt>
    <dgm:pt modelId="{5A327E04-D75A-42AF-919A-B97EE5341A15}" type="sibTrans" cxnId="{F3FE6D01-395D-4748-B434-325A0756AFDD}">
      <dgm:prSet/>
      <dgm:spPr/>
      <dgm:t>
        <a:bodyPr/>
        <a:lstStyle/>
        <a:p>
          <a:endParaRPr lang="en-US"/>
        </a:p>
      </dgm:t>
    </dgm:pt>
    <dgm:pt modelId="{241DF6B4-5EED-49F0-9C57-4E62104618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5-6:</a:t>
          </a:r>
          <a:r>
            <a:rPr lang="en-US"/>
            <a:t> Model selection &amp; initial training</a:t>
          </a:r>
        </a:p>
      </dgm:t>
    </dgm:pt>
    <dgm:pt modelId="{C1DF4B06-3097-4EC6-B1AD-6269FCEA6AFF}" type="parTrans" cxnId="{886885CD-3436-4AA6-9FFF-DD527A277F00}">
      <dgm:prSet/>
      <dgm:spPr/>
      <dgm:t>
        <a:bodyPr/>
        <a:lstStyle/>
        <a:p>
          <a:endParaRPr lang="en-US"/>
        </a:p>
      </dgm:t>
    </dgm:pt>
    <dgm:pt modelId="{93B76932-4652-48AD-A299-70AAAE1464EF}" type="sibTrans" cxnId="{886885CD-3436-4AA6-9FFF-DD527A277F00}">
      <dgm:prSet/>
      <dgm:spPr/>
      <dgm:t>
        <a:bodyPr/>
        <a:lstStyle/>
        <a:p>
          <a:endParaRPr lang="en-US"/>
        </a:p>
      </dgm:t>
    </dgm:pt>
    <dgm:pt modelId="{877210BF-A830-4FE6-A051-5947E8EB5F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7-8:</a:t>
          </a:r>
          <a:r>
            <a:rPr lang="en-US"/>
            <a:t> Model tuning &amp; validation</a:t>
          </a:r>
        </a:p>
      </dgm:t>
    </dgm:pt>
    <dgm:pt modelId="{3819C0C7-220D-4141-A55E-9BC6C2E523B1}" type="parTrans" cxnId="{5F6E4B27-BD88-4A3D-9824-9D7DF904C329}">
      <dgm:prSet/>
      <dgm:spPr/>
      <dgm:t>
        <a:bodyPr/>
        <a:lstStyle/>
        <a:p>
          <a:endParaRPr lang="en-US"/>
        </a:p>
      </dgm:t>
    </dgm:pt>
    <dgm:pt modelId="{BB2CA9EB-1E1C-40ED-BB81-2D0749BAAD48}" type="sibTrans" cxnId="{5F6E4B27-BD88-4A3D-9824-9D7DF904C329}">
      <dgm:prSet/>
      <dgm:spPr/>
      <dgm:t>
        <a:bodyPr/>
        <a:lstStyle/>
        <a:p>
          <a:endParaRPr lang="en-US"/>
        </a:p>
      </dgm:t>
    </dgm:pt>
    <dgm:pt modelId="{0DF10592-389E-4EFA-912C-7BF5F1F7A2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9-10:</a:t>
          </a:r>
          <a:r>
            <a:rPr lang="en-US"/>
            <a:t> Results analysis &amp; report writing</a:t>
          </a:r>
        </a:p>
      </dgm:t>
    </dgm:pt>
    <dgm:pt modelId="{1C169C21-DD52-46F8-AC26-B0837BBE89BA}" type="parTrans" cxnId="{D6BB022A-AAF0-4CBD-95E4-E404B6F0A8A0}">
      <dgm:prSet/>
      <dgm:spPr/>
      <dgm:t>
        <a:bodyPr/>
        <a:lstStyle/>
        <a:p>
          <a:endParaRPr lang="en-US"/>
        </a:p>
      </dgm:t>
    </dgm:pt>
    <dgm:pt modelId="{26F19AB1-9DAB-46FF-9D6E-3A5B5869D588}" type="sibTrans" cxnId="{D6BB022A-AAF0-4CBD-95E4-E404B6F0A8A0}">
      <dgm:prSet/>
      <dgm:spPr/>
      <dgm:t>
        <a:bodyPr/>
        <a:lstStyle/>
        <a:p>
          <a:endParaRPr lang="en-US"/>
        </a:p>
      </dgm:t>
    </dgm:pt>
    <dgm:pt modelId="{ED4E5D3D-957C-4284-88D9-2C1E59215B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Week 11:</a:t>
          </a:r>
          <a:r>
            <a:rPr lang="en-US"/>
            <a:t> Final submission &amp; GitHub updates</a:t>
          </a:r>
        </a:p>
      </dgm:t>
    </dgm:pt>
    <dgm:pt modelId="{B21BF316-5040-4816-BAED-073F1BC00936}" type="parTrans" cxnId="{CC4051C7-DFEA-4EF0-8A53-FF0BF0BA110F}">
      <dgm:prSet/>
      <dgm:spPr/>
      <dgm:t>
        <a:bodyPr/>
        <a:lstStyle/>
        <a:p>
          <a:endParaRPr lang="en-US"/>
        </a:p>
      </dgm:t>
    </dgm:pt>
    <dgm:pt modelId="{740D8FE4-89E7-4DFD-A834-7D87E5AC4577}" type="sibTrans" cxnId="{CC4051C7-DFEA-4EF0-8A53-FF0BF0BA110F}">
      <dgm:prSet/>
      <dgm:spPr/>
      <dgm:t>
        <a:bodyPr/>
        <a:lstStyle/>
        <a:p>
          <a:endParaRPr lang="en-US"/>
        </a:p>
      </dgm:t>
    </dgm:pt>
    <dgm:pt modelId="{2CEFE5F5-F5E5-48B9-AA8A-A02D7C1B7515}" type="pres">
      <dgm:prSet presAssocID="{FFC12036-3AA6-4670-9515-7470B37A5D0D}" presName="root" presStyleCnt="0">
        <dgm:presLayoutVars>
          <dgm:dir/>
          <dgm:resizeHandles val="exact"/>
        </dgm:presLayoutVars>
      </dgm:prSet>
      <dgm:spPr/>
    </dgm:pt>
    <dgm:pt modelId="{27298764-1002-452C-8091-124D7A787E12}" type="pres">
      <dgm:prSet presAssocID="{03057B73-82FD-4816-BED5-62462A0A278C}" presName="compNode" presStyleCnt="0"/>
      <dgm:spPr/>
    </dgm:pt>
    <dgm:pt modelId="{E5432BA9-A84C-4349-92C2-24AFCC867D64}" type="pres">
      <dgm:prSet presAssocID="{03057B73-82FD-4816-BED5-62462A0A278C}" presName="bgRect" presStyleLbl="bgShp" presStyleIdx="0" presStyleCnt="6"/>
      <dgm:spPr/>
    </dgm:pt>
    <dgm:pt modelId="{8E84585D-5186-4DD1-9EEC-09AD5F899063}" type="pres">
      <dgm:prSet presAssocID="{03057B73-82FD-4816-BED5-62462A0A278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FBA1CA86-C8B6-455F-AFD9-3401CE84992F}" type="pres">
      <dgm:prSet presAssocID="{03057B73-82FD-4816-BED5-62462A0A278C}" presName="spaceRect" presStyleCnt="0"/>
      <dgm:spPr/>
    </dgm:pt>
    <dgm:pt modelId="{55A92029-4D6C-4157-A6C1-3F7BA44773FF}" type="pres">
      <dgm:prSet presAssocID="{03057B73-82FD-4816-BED5-62462A0A278C}" presName="parTx" presStyleLbl="revTx" presStyleIdx="0" presStyleCnt="6">
        <dgm:presLayoutVars>
          <dgm:chMax val="0"/>
          <dgm:chPref val="0"/>
        </dgm:presLayoutVars>
      </dgm:prSet>
      <dgm:spPr/>
    </dgm:pt>
    <dgm:pt modelId="{BA0F207F-4CF1-4DCC-84AC-B36A1E681CC2}" type="pres">
      <dgm:prSet presAssocID="{04A16308-BAC7-444B-8DE1-35472E603705}" presName="sibTrans" presStyleCnt="0"/>
      <dgm:spPr/>
    </dgm:pt>
    <dgm:pt modelId="{2D484FFF-EBC9-4901-B26E-7652899F9CF4}" type="pres">
      <dgm:prSet presAssocID="{2D4826FC-0290-4A70-9A6C-4C60730337A1}" presName="compNode" presStyleCnt="0"/>
      <dgm:spPr/>
    </dgm:pt>
    <dgm:pt modelId="{5EA2709A-A0E2-4002-93F6-2DF0DC92F800}" type="pres">
      <dgm:prSet presAssocID="{2D4826FC-0290-4A70-9A6C-4C60730337A1}" presName="bgRect" presStyleLbl="bgShp" presStyleIdx="1" presStyleCnt="6"/>
      <dgm:spPr/>
    </dgm:pt>
    <dgm:pt modelId="{C73DA4A7-1C28-426E-A42C-E8A1ABE63F37}" type="pres">
      <dgm:prSet presAssocID="{2D4826FC-0290-4A70-9A6C-4C60730337A1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D4EBB45E-6106-4D25-A850-2FD02CA91897}" type="pres">
      <dgm:prSet presAssocID="{2D4826FC-0290-4A70-9A6C-4C60730337A1}" presName="spaceRect" presStyleCnt="0"/>
      <dgm:spPr/>
    </dgm:pt>
    <dgm:pt modelId="{BA4A46B1-5029-4EE5-B6DE-EF8CCC96C15A}" type="pres">
      <dgm:prSet presAssocID="{2D4826FC-0290-4A70-9A6C-4C60730337A1}" presName="parTx" presStyleLbl="revTx" presStyleIdx="1" presStyleCnt="6">
        <dgm:presLayoutVars>
          <dgm:chMax val="0"/>
          <dgm:chPref val="0"/>
        </dgm:presLayoutVars>
      </dgm:prSet>
      <dgm:spPr/>
    </dgm:pt>
    <dgm:pt modelId="{6E42B813-340B-4BD4-864B-651E616DA0C3}" type="pres">
      <dgm:prSet presAssocID="{5A327E04-D75A-42AF-919A-B97EE5341A15}" presName="sibTrans" presStyleCnt="0"/>
      <dgm:spPr/>
    </dgm:pt>
    <dgm:pt modelId="{4E215825-BF4A-4278-B968-524A4A58B0E5}" type="pres">
      <dgm:prSet presAssocID="{241DF6B4-5EED-49F0-9C57-4E62104618EF}" presName="compNode" presStyleCnt="0"/>
      <dgm:spPr/>
    </dgm:pt>
    <dgm:pt modelId="{2A51ABDA-BABE-4349-8CF1-7179739B0D65}" type="pres">
      <dgm:prSet presAssocID="{241DF6B4-5EED-49F0-9C57-4E62104618EF}" presName="bgRect" presStyleLbl="bgShp" presStyleIdx="2" presStyleCnt="6"/>
      <dgm:spPr/>
    </dgm:pt>
    <dgm:pt modelId="{46DE1C28-974D-4D52-BBE9-46CC595A249B}" type="pres">
      <dgm:prSet presAssocID="{241DF6B4-5EED-49F0-9C57-4E62104618E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rcles with Lines"/>
        </a:ext>
      </dgm:extLst>
    </dgm:pt>
    <dgm:pt modelId="{1823E6F8-B8B2-4AA8-AFAD-BE1BFE4AAA92}" type="pres">
      <dgm:prSet presAssocID="{241DF6B4-5EED-49F0-9C57-4E62104618EF}" presName="spaceRect" presStyleCnt="0"/>
      <dgm:spPr/>
    </dgm:pt>
    <dgm:pt modelId="{9108B3F7-38F7-494A-B637-E0C12C8B2533}" type="pres">
      <dgm:prSet presAssocID="{241DF6B4-5EED-49F0-9C57-4E62104618EF}" presName="parTx" presStyleLbl="revTx" presStyleIdx="2" presStyleCnt="6">
        <dgm:presLayoutVars>
          <dgm:chMax val="0"/>
          <dgm:chPref val="0"/>
        </dgm:presLayoutVars>
      </dgm:prSet>
      <dgm:spPr/>
    </dgm:pt>
    <dgm:pt modelId="{763FA469-C6B6-4202-97C8-E26CEBB23EE6}" type="pres">
      <dgm:prSet presAssocID="{93B76932-4652-48AD-A299-70AAAE1464EF}" presName="sibTrans" presStyleCnt="0"/>
      <dgm:spPr/>
    </dgm:pt>
    <dgm:pt modelId="{1EC84E1B-8761-41F4-9AC4-B5CD3EEB63AA}" type="pres">
      <dgm:prSet presAssocID="{877210BF-A830-4FE6-A051-5947E8EB5F7A}" presName="compNode" presStyleCnt="0"/>
      <dgm:spPr/>
    </dgm:pt>
    <dgm:pt modelId="{6AA6E7AF-1D75-4DC3-813F-033CF808E97E}" type="pres">
      <dgm:prSet presAssocID="{877210BF-A830-4FE6-A051-5947E8EB5F7A}" presName="bgRect" presStyleLbl="bgShp" presStyleIdx="3" presStyleCnt="6"/>
      <dgm:spPr/>
    </dgm:pt>
    <dgm:pt modelId="{ADED485C-D48B-4814-B66C-F6D939F25C68}" type="pres">
      <dgm:prSet presAssocID="{877210BF-A830-4FE6-A051-5947E8EB5F7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row Circle"/>
        </a:ext>
      </dgm:extLst>
    </dgm:pt>
    <dgm:pt modelId="{D581B0A2-D0C1-4A31-8D4D-7757D9189E42}" type="pres">
      <dgm:prSet presAssocID="{877210BF-A830-4FE6-A051-5947E8EB5F7A}" presName="spaceRect" presStyleCnt="0"/>
      <dgm:spPr/>
    </dgm:pt>
    <dgm:pt modelId="{FFA8BA1A-C5F7-4B83-B4BC-9621CFB59F5F}" type="pres">
      <dgm:prSet presAssocID="{877210BF-A830-4FE6-A051-5947E8EB5F7A}" presName="parTx" presStyleLbl="revTx" presStyleIdx="3" presStyleCnt="6">
        <dgm:presLayoutVars>
          <dgm:chMax val="0"/>
          <dgm:chPref val="0"/>
        </dgm:presLayoutVars>
      </dgm:prSet>
      <dgm:spPr/>
    </dgm:pt>
    <dgm:pt modelId="{4DEC9660-4350-4C62-B064-076202AAC655}" type="pres">
      <dgm:prSet presAssocID="{BB2CA9EB-1E1C-40ED-BB81-2D0749BAAD48}" presName="sibTrans" presStyleCnt="0"/>
      <dgm:spPr/>
    </dgm:pt>
    <dgm:pt modelId="{0253F710-1437-4AF8-BE81-331F54388447}" type="pres">
      <dgm:prSet presAssocID="{0DF10592-389E-4EFA-912C-7BF5F1F7A251}" presName="compNode" presStyleCnt="0"/>
      <dgm:spPr/>
    </dgm:pt>
    <dgm:pt modelId="{4E5E067C-867B-4EA5-80C1-F6E4B3B190BA}" type="pres">
      <dgm:prSet presAssocID="{0DF10592-389E-4EFA-912C-7BF5F1F7A251}" presName="bgRect" presStyleLbl="bgShp" presStyleIdx="4" presStyleCnt="6"/>
      <dgm:spPr/>
    </dgm:pt>
    <dgm:pt modelId="{02A59697-D1BC-4868-B5C1-CD1E45DF2521}" type="pres">
      <dgm:prSet presAssocID="{0DF10592-389E-4EFA-912C-7BF5F1F7A25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3A8E1686-3BD2-4BDC-A08E-7500F4E364C2}" type="pres">
      <dgm:prSet presAssocID="{0DF10592-389E-4EFA-912C-7BF5F1F7A251}" presName="spaceRect" presStyleCnt="0"/>
      <dgm:spPr/>
    </dgm:pt>
    <dgm:pt modelId="{6D772268-DE05-42FE-A737-DC56BBA64468}" type="pres">
      <dgm:prSet presAssocID="{0DF10592-389E-4EFA-912C-7BF5F1F7A251}" presName="parTx" presStyleLbl="revTx" presStyleIdx="4" presStyleCnt="6">
        <dgm:presLayoutVars>
          <dgm:chMax val="0"/>
          <dgm:chPref val="0"/>
        </dgm:presLayoutVars>
      </dgm:prSet>
      <dgm:spPr/>
    </dgm:pt>
    <dgm:pt modelId="{584D258F-F251-4017-B999-21F176B55AB9}" type="pres">
      <dgm:prSet presAssocID="{26F19AB1-9DAB-46FF-9D6E-3A5B5869D588}" presName="sibTrans" presStyleCnt="0"/>
      <dgm:spPr/>
    </dgm:pt>
    <dgm:pt modelId="{61FA0F71-B6C7-4106-BC59-8EE947578106}" type="pres">
      <dgm:prSet presAssocID="{ED4E5D3D-957C-4284-88D9-2C1E59215B7D}" presName="compNode" presStyleCnt="0"/>
      <dgm:spPr/>
    </dgm:pt>
    <dgm:pt modelId="{FCB2944A-6DAA-451E-A7F9-351D2F689698}" type="pres">
      <dgm:prSet presAssocID="{ED4E5D3D-957C-4284-88D9-2C1E59215B7D}" presName="bgRect" presStyleLbl="bgShp" presStyleIdx="5" presStyleCnt="6"/>
      <dgm:spPr/>
    </dgm:pt>
    <dgm:pt modelId="{78B5C3EB-AE30-4883-A55B-CB0CF0AADA36}" type="pres">
      <dgm:prSet presAssocID="{ED4E5D3D-957C-4284-88D9-2C1E59215B7D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48205E4F-1415-4981-BF13-1DD767344CDD}" type="pres">
      <dgm:prSet presAssocID="{ED4E5D3D-957C-4284-88D9-2C1E59215B7D}" presName="spaceRect" presStyleCnt="0"/>
      <dgm:spPr/>
    </dgm:pt>
    <dgm:pt modelId="{808A3C5F-F7FE-467E-8AEA-F8F65620A5C3}" type="pres">
      <dgm:prSet presAssocID="{ED4E5D3D-957C-4284-88D9-2C1E59215B7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3FE6D01-395D-4748-B434-325A0756AFDD}" srcId="{FFC12036-3AA6-4670-9515-7470B37A5D0D}" destId="{2D4826FC-0290-4A70-9A6C-4C60730337A1}" srcOrd="1" destOrd="0" parTransId="{B3D3A233-6F20-44E7-AE24-6D692D88987D}" sibTransId="{5A327E04-D75A-42AF-919A-B97EE5341A15}"/>
    <dgm:cxn modelId="{5F6E4B27-BD88-4A3D-9824-9D7DF904C329}" srcId="{FFC12036-3AA6-4670-9515-7470B37A5D0D}" destId="{877210BF-A830-4FE6-A051-5947E8EB5F7A}" srcOrd="3" destOrd="0" parTransId="{3819C0C7-220D-4141-A55E-9BC6C2E523B1}" sibTransId="{BB2CA9EB-1E1C-40ED-BB81-2D0749BAAD48}"/>
    <dgm:cxn modelId="{D6BB022A-AAF0-4CBD-95E4-E404B6F0A8A0}" srcId="{FFC12036-3AA6-4670-9515-7470B37A5D0D}" destId="{0DF10592-389E-4EFA-912C-7BF5F1F7A251}" srcOrd="4" destOrd="0" parTransId="{1C169C21-DD52-46F8-AC26-B0837BBE89BA}" sibTransId="{26F19AB1-9DAB-46FF-9D6E-3A5B5869D588}"/>
    <dgm:cxn modelId="{0604B052-9D2D-4D79-86A8-EBB0047F26DA}" type="presOf" srcId="{241DF6B4-5EED-49F0-9C57-4E62104618EF}" destId="{9108B3F7-38F7-494A-B637-E0C12C8B2533}" srcOrd="0" destOrd="0" presId="urn:microsoft.com/office/officeart/2018/2/layout/IconVerticalSolidList"/>
    <dgm:cxn modelId="{19237082-F3E4-4875-85A6-AF12C13C85F1}" type="presOf" srcId="{2D4826FC-0290-4A70-9A6C-4C60730337A1}" destId="{BA4A46B1-5029-4EE5-B6DE-EF8CCC96C15A}" srcOrd="0" destOrd="0" presId="urn:microsoft.com/office/officeart/2018/2/layout/IconVerticalSolidList"/>
    <dgm:cxn modelId="{5B2B3497-C5DD-4B14-B3CF-24F38404A7D4}" type="presOf" srcId="{FFC12036-3AA6-4670-9515-7470B37A5D0D}" destId="{2CEFE5F5-F5E5-48B9-AA8A-A02D7C1B7515}" srcOrd="0" destOrd="0" presId="urn:microsoft.com/office/officeart/2018/2/layout/IconVerticalSolidList"/>
    <dgm:cxn modelId="{49131AAA-00CB-475D-A0AA-D88F3A996F52}" srcId="{FFC12036-3AA6-4670-9515-7470B37A5D0D}" destId="{03057B73-82FD-4816-BED5-62462A0A278C}" srcOrd="0" destOrd="0" parTransId="{87274789-79EE-4971-8F29-89027CED9C45}" sibTransId="{04A16308-BAC7-444B-8DE1-35472E603705}"/>
    <dgm:cxn modelId="{C2F84AAD-9D53-49C2-9907-B47FEF10C3E3}" type="presOf" srcId="{0DF10592-389E-4EFA-912C-7BF5F1F7A251}" destId="{6D772268-DE05-42FE-A737-DC56BBA64468}" srcOrd="0" destOrd="0" presId="urn:microsoft.com/office/officeart/2018/2/layout/IconVerticalSolidList"/>
    <dgm:cxn modelId="{CC4051C7-DFEA-4EF0-8A53-FF0BF0BA110F}" srcId="{FFC12036-3AA6-4670-9515-7470B37A5D0D}" destId="{ED4E5D3D-957C-4284-88D9-2C1E59215B7D}" srcOrd="5" destOrd="0" parTransId="{B21BF316-5040-4816-BAED-073F1BC00936}" sibTransId="{740D8FE4-89E7-4DFD-A834-7D87E5AC4577}"/>
    <dgm:cxn modelId="{886885CD-3436-4AA6-9FFF-DD527A277F00}" srcId="{FFC12036-3AA6-4670-9515-7470B37A5D0D}" destId="{241DF6B4-5EED-49F0-9C57-4E62104618EF}" srcOrd="2" destOrd="0" parTransId="{C1DF4B06-3097-4EC6-B1AD-6269FCEA6AFF}" sibTransId="{93B76932-4652-48AD-A299-70AAAE1464EF}"/>
    <dgm:cxn modelId="{96421ED3-A404-44CA-8AE5-79D60D0DD709}" type="presOf" srcId="{ED4E5D3D-957C-4284-88D9-2C1E59215B7D}" destId="{808A3C5F-F7FE-467E-8AEA-F8F65620A5C3}" srcOrd="0" destOrd="0" presId="urn:microsoft.com/office/officeart/2018/2/layout/IconVerticalSolidList"/>
    <dgm:cxn modelId="{E7BFC2D8-508A-49C8-AD8F-59B306AF4576}" type="presOf" srcId="{03057B73-82FD-4816-BED5-62462A0A278C}" destId="{55A92029-4D6C-4157-A6C1-3F7BA44773FF}" srcOrd="0" destOrd="0" presId="urn:microsoft.com/office/officeart/2018/2/layout/IconVerticalSolidList"/>
    <dgm:cxn modelId="{5B2C5BF5-158D-4D8C-816C-2BB33141FA17}" type="presOf" srcId="{877210BF-A830-4FE6-A051-5947E8EB5F7A}" destId="{FFA8BA1A-C5F7-4B83-B4BC-9621CFB59F5F}" srcOrd="0" destOrd="0" presId="urn:microsoft.com/office/officeart/2018/2/layout/IconVerticalSolidList"/>
    <dgm:cxn modelId="{32EE2AD1-D275-4F2A-BEED-35B2DFA485B3}" type="presParOf" srcId="{2CEFE5F5-F5E5-48B9-AA8A-A02D7C1B7515}" destId="{27298764-1002-452C-8091-124D7A787E12}" srcOrd="0" destOrd="0" presId="urn:microsoft.com/office/officeart/2018/2/layout/IconVerticalSolidList"/>
    <dgm:cxn modelId="{B7F4E829-5CA0-450F-91CA-E46A209EAE77}" type="presParOf" srcId="{27298764-1002-452C-8091-124D7A787E12}" destId="{E5432BA9-A84C-4349-92C2-24AFCC867D64}" srcOrd="0" destOrd="0" presId="urn:microsoft.com/office/officeart/2018/2/layout/IconVerticalSolidList"/>
    <dgm:cxn modelId="{A8B8D64E-2951-463F-849A-FAC078D7D17F}" type="presParOf" srcId="{27298764-1002-452C-8091-124D7A787E12}" destId="{8E84585D-5186-4DD1-9EEC-09AD5F899063}" srcOrd="1" destOrd="0" presId="urn:microsoft.com/office/officeart/2018/2/layout/IconVerticalSolidList"/>
    <dgm:cxn modelId="{0F9FD483-7E59-49DC-8FA0-3E00FE9A869F}" type="presParOf" srcId="{27298764-1002-452C-8091-124D7A787E12}" destId="{FBA1CA86-C8B6-455F-AFD9-3401CE84992F}" srcOrd="2" destOrd="0" presId="urn:microsoft.com/office/officeart/2018/2/layout/IconVerticalSolidList"/>
    <dgm:cxn modelId="{5E097716-DD03-434F-B499-3EBCCEA7129B}" type="presParOf" srcId="{27298764-1002-452C-8091-124D7A787E12}" destId="{55A92029-4D6C-4157-A6C1-3F7BA44773FF}" srcOrd="3" destOrd="0" presId="urn:microsoft.com/office/officeart/2018/2/layout/IconVerticalSolidList"/>
    <dgm:cxn modelId="{2400BEC8-DC10-41C8-B47F-7698B6981A8F}" type="presParOf" srcId="{2CEFE5F5-F5E5-48B9-AA8A-A02D7C1B7515}" destId="{BA0F207F-4CF1-4DCC-84AC-B36A1E681CC2}" srcOrd="1" destOrd="0" presId="urn:microsoft.com/office/officeart/2018/2/layout/IconVerticalSolidList"/>
    <dgm:cxn modelId="{30DC8C46-D284-4EC4-A40A-04D1C466C1A0}" type="presParOf" srcId="{2CEFE5F5-F5E5-48B9-AA8A-A02D7C1B7515}" destId="{2D484FFF-EBC9-4901-B26E-7652899F9CF4}" srcOrd="2" destOrd="0" presId="urn:microsoft.com/office/officeart/2018/2/layout/IconVerticalSolidList"/>
    <dgm:cxn modelId="{039A34CF-EC93-46A3-BE46-C927920232E8}" type="presParOf" srcId="{2D484FFF-EBC9-4901-B26E-7652899F9CF4}" destId="{5EA2709A-A0E2-4002-93F6-2DF0DC92F800}" srcOrd="0" destOrd="0" presId="urn:microsoft.com/office/officeart/2018/2/layout/IconVerticalSolidList"/>
    <dgm:cxn modelId="{60B9B05B-B4B8-4E0C-B3F8-5EFECE720859}" type="presParOf" srcId="{2D484FFF-EBC9-4901-B26E-7652899F9CF4}" destId="{C73DA4A7-1C28-426E-A42C-E8A1ABE63F37}" srcOrd="1" destOrd="0" presId="urn:microsoft.com/office/officeart/2018/2/layout/IconVerticalSolidList"/>
    <dgm:cxn modelId="{4093F267-2882-42D6-8F63-A486F19D47EF}" type="presParOf" srcId="{2D484FFF-EBC9-4901-B26E-7652899F9CF4}" destId="{D4EBB45E-6106-4D25-A850-2FD02CA91897}" srcOrd="2" destOrd="0" presId="urn:microsoft.com/office/officeart/2018/2/layout/IconVerticalSolidList"/>
    <dgm:cxn modelId="{FD46061A-E6B2-4246-813A-252F900E2AF4}" type="presParOf" srcId="{2D484FFF-EBC9-4901-B26E-7652899F9CF4}" destId="{BA4A46B1-5029-4EE5-B6DE-EF8CCC96C15A}" srcOrd="3" destOrd="0" presId="urn:microsoft.com/office/officeart/2018/2/layout/IconVerticalSolidList"/>
    <dgm:cxn modelId="{A27A552C-7F93-4504-9C1B-910C9D982346}" type="presParOf" srcId="{2CEFE5F5-F5E5-48B9-AA8A-A02D7C1B7515}" destId="{6E42B813-340B-4BD4-864B-651E616DA0C3}" srcOrd="3" destOrd="0" presId="urn:microsoft.com/office/officeart/2018/2/layout/IconVerticalSolidList"/>
    <dgm:cxn modelId="{66DD670C-99E9-4A5F-941B-B0063578A313}" type="presParOf" srcId="{2CEFE5F5-F5E5-48B9-AA8A-A02D7C1B7515}" destId="{4E215825-BF4A-4278-B968-524A4A58B0E5}" srcOrd="4" destOrd="0" presId="urn:microsoft.com/office/officeart/2018/2/layout/IconVerticalSolidList"/>
    <dgm:cxn modelId="{0DC74BDC-A657-40D3-8B34-3942E3C19374}" type="presParOf" srcId="{4E215825-BF4A-4278-B968-524A4A58B0E5}" destId="{2A51ABDA-BABE-4349-8CF1-7179739B0D65}" srcOrd="0" destOrd="0" presId="urn:microsoft.com/office/officeart/2018/2/layout/IconVerticalSolidList"/>
    <dgm:cxn modelId="{D9EB9EAC-A632-4AF9-856E-819C13D5886F}" type="presParOf" srcId="{4E215825-BF4A-4278-B968-524A4A58B0E5}" destId="{46DE1C28-974D-4D52-BBE9-46CC595A249B}" srcOrd="1" destOrd="0" presId="urn:microsoft.com/office/officeart/2018/2/layout/IconVerticalSolidList"/>
    <dgm:cxn modelId="{B041D475-DE90-40BD-8C00-59BC1334A9EE}" type="presParOf" srcId="{4E215825-BF4A-4278-B968-524A4A58B0E5}" destId="{1823E6F8-B8B2-4AA8-AFAD-BE1BFE4AAA92}" srcOrd="2" destOrd="0" presId="urn:microsoft.com/office/officeart/2018/2/layout/IconVerticalSolidList"/>
    <dgm:cxn modelId="{6C3824FE-5634-43F1-8318-964F46C1E354}" type="presParOf" srcId="{4E215825-BF4A-4278-B968-524A4A58B0E5}" destId="{9108B3F7-38F7-494A-B637-E0C12C8B2533}" srcOrd="3" destOrd="0" presId="urn:microsoft.com/office/officeart/2018/2/layout/IconVerticalSolidList"/>
    <dgm:cxn modelId="{5F3DE23E-5D77-44CA-AE36-CDD26587D023}" type="presParOf" srcId="{2CEFE5F5-F5E5-48B9-AA8A-A02D7C1B7515}" destId="{763FA469-C6B6-4202-97C8-E26CEBB23EE6}" srcOrd="5" destOrd="0" presId="urn:microsoft.com/office/officeart/2018/2/layout/IconVerticalSolidList"/>
    <dgm:cxn modelId="{998802D6-10E7-45B7-8444-5C6DA4CD0B0C}" type="presParOf" srcId="{2CEFE5F5-F5E5-48B9-AA8A-A02D7C1B7515}" destId="{1EC84E1B-8761-41F4-9AC4-B5CD3EEB63AA}" srcOrd="6" destOrd="0" presId="urn:microsoft.com/office/officeart/2018/2/layout/IconVerticalSolidList"/>
    <dgm:cxn modelId="{E71E312D-B932-4CAE-B1DE-43118A80BE4F}" type="presParOf" srcId="{1EC84E1B-8761-41F4-9AC4-B5CD3EEB63AA}" destId="{6AA6E7AF-1D75-4DC3-813F-033CF808E97E}" srcOrd="0" destOrd="0" presId="urn:microsoft.com/office/officeart/2018/2/layout/IconVerticalSolidList"/>
    <dgm:cxn modelId="{E29064FB-E057-4C52-BF42-4CDC64934455}" type="presParOf" srcId="{1EC84E1B-8761-41F4-9AC4-B5CD3EEB63AA}" destId="{ADED485C-D48B-4814-B66C-F6D939F25C68}" srcOrd="1" destOrd="0" presId="urn:microsoft.com/office/officeart/2018/2/layout/IconVerticalSolidList"/>
    <dgm:cxn modelId="{CF36EF45-1F8C-4925-8BDA-5A5D9E65D959}" type="presParOf" srcId="{1EC84E1B-8761-41F4-9AC4-B5CD3EEB63AA}" destId="{D581B0A2-D0C1-4A31-8D4D-7757D9189E42}" srcOrd="2" destOrd="0" presId="urn:microsoft.com/office/officeart/2018/2/layout/IconVerticalSolidList"/>
    <dgm:cxn modelId="{7349A6A9-40C3-489A-9A6B-E44880DA2CD6}" type="presParOf" srcId="{1EC84E1B-8761-41F4-9AC4-B5CD3EEB63AA}" destId="{FFA8BA1A-C5F7-4B83-B4BC-9621CFB59F5F}" srcOrd="3" destOrd="0" presId="urn:microsoft.com/office/officeart/2018/2/layout/IconVerticalSolidList"/>
    <dgm:cxn modelId="{8DCE5D69-8978-46AA-9EBD-89678048337E}" type="presParOf" srcId="{2CEFE5F5-F5E5-48B9-AA8A-A02D7C1B7515}" destId="{4DEC9660-4350-4C62-B064-076202AAC655}" srcOrd="7" destOrd="0" presId="urn:microsoft.com/office/officeart/2018/2/layout/IconVerticalSolidList"/>
    <dgm:cxn modelId="{D06546B6-75F2-4E30-9AE9-A3CC76FD9CC8}" type="presParOf" srcId="{2CEFE5F5-F5E5-48B9-AA8A-A02D7C1B7515}" destId="{0253F710-1437-4AF8-BE81-331F54388447}" srcOrd="8" destOrd="0" presId="urn:microsoft.com/office/officeart/2018/2/layout/IconVerticalSolidList"/>
    <dgm:cxn modelId="{8EA2569D-3953-4A57-A649-EA544ED84A8D}" type="presParOf" srcId="{0253F710-1437-4AF8-BE81-331F54388447}" destId="{4E5E067C-867B-4EA5-80C1-F6E4B3B190BA}" srcOrd="0" destOrd="0" presId="urn:microsoft.com/office/officeart/2018/2/layout/IconVerticalSolidList"/>
    <dgm:cxn modelId="{5F5E12D4-FF8F-4062-AC8B-9BE1D643DC38}" type="presParOf" srcId="{0253F710-1437-4AF8-BE81-331F54388447}" destId="{02A59697-D1BC-4868-B5C1-CD1E45DF2521}" srcOrd="1" destOrd="0" presId="urn:microsoft.com/office/officeart/2018/2/layout/IconVerticalSolidList"/>
    <dgm:cxn modelId="{075C13FF-73B6-48FC-9CBB-B0A931A5C3B0}" type="presParOf" srcId="{0253F710-1437-4AF8-BE81-331F54388447}" destId="{3A8E1686-3BD2-4BDC-A08E-7500F4E364C2}" srcOrd="2" destOrd="0" presId="urn:microsoft.com/office/officeart/2018/2/layout/IconVerticalSolidList"/>
    <dgm:cxn modelId="{9E0DD0B0-4A8E-45CF-826E-9878ED22F3FB}" type="presParOf" srcId="{0253F710-1437-4AF8-BE81-331F54388447}" destId="{6D772268-DE05-42FE-A737-DC56BBA64468}" srcOrd="3" destOrd="0" presId="urn:microsoft.com/office/officeart/2018/2/layout/IconVerticalSolidList"/>
    <dgm:cxn modelId="{914BFEA0-5773-4CDB-B8A7-5A2CE0B3A3DE}" type="presParOf" srcId="{2CEFE5F5-F5E5-48B9-AA8A-A02D7C1B7515}" destId="{584D258F-F251-4017-B999-21F176B55AB9}" srcOrd="9" destOrd="0" presId="urn:microsoft.com/office/officeart/2018/2/layout/IconVerticalSolidList"/>
    <dgm:cxn modelId="{1A1C9D57-23BD-4AE0-A4D0-8571DEAAA0B8}" type="presParOf" srcId="{2CEFE5F5-F5E5-48B9-AA8A-A02D7C1B7515}" destId="{61FA0F71-B6C7-4106-BC59-8EE947578106}" srcOrd="10" destOrd="0" presId="urn:microsoft.com/office/officeart/2018/2/layout/IconVerticalSolidList"/>
    <dgm:cxn modelId="{FF17B9F0-7151-4CEC-9740-942773D1012C}" type="presParOf" srcId="{61FA0F71-B6C7-4106-BC59-8EE947578106}" destId="{FCB2944A-6DAA-451E-A7F9-351D2F689698}" srcOrd="0" destOrd="0" presId="urn:microsoft.com/office/officeart/2018/2/layout/IconVerticalSolidList"/>
    <dgm:cxn modelId="{61FE163E-9D9E-4C4B-994C-EDD6668D86D8}" type="presParOf" srcId="{61FA0F71-B6C7-4106-BC59-8EE947578106}" destId="{78B5C3EB-AE30-4883-A55B-CB0CF0AADA36}" srcOrd="1" destOrd="0" presId="urn:microsoft.com/office/officeart/2018/2/layout/IconVerticalSolidList"/>
    <dgm:cxn modelId="{5A2C7793-332F-420E-9AF9-0F3C8930E8E7}" type="presParOf" srcId="{61FA0F71-B6C7-4106-BC59-8EE947578106}" destId="{48205E4F-1415-4981-BF13-1DD767344CDD}" srcOrd="2" destOrd="0" presId="urn:microsoft.com/office/officeart/2018/2/layout/IconVerticalSolidList"/>
    <dgm:cxn modelId="{59831960-F6B7-41B3-A19A-1550301E1B93}" type="presParOf" srcId="{61FA0F71-B6C7-4106-BC59-8EE947578106}" destId="{808A3C5F-F7FE-467E-8AEA-F8F65620A5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1D2E6E-A8B1-4900-AFAC-B970E0B827E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A9AEB091-0F2D-4B58-AB7E-BEEDE16BD9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r>
            <a:rPr lang="en-US" b="1" i="0" baseline="0" dirty="0"/>
            <a:t>:</a:t>
          </a:r>
          <a:r>
            <a:rPr lang="en-US" b="0" i="0" baseline="0" dirty="0"/>
            <a:t> Solar Power Generation Data (Kaggle)</a:t>
          </a:r>
          <a:endParaRPr lang="en-US" dirty="0"/>
        </a:p>
      </dgm:t>
    </dgm:pt>
    <dgm:pt modelId="{7481E1B8-E07E-43F7-9EF3-34512BE1C4DD}" type="parTrans" cxnId="{9A000F1F-059B-4CC0-9068-9F2F708582ED}">
      <dgm:prSet/>
      <dgm:spPr/>
      <dgm:t>
        <a:bodyPr/>
        <a:lstStyle/>
        <a:p>
          <a:endParaRPr lang="en-US"/>
        </a:p>
      </dgm:t>
    </dgm:pt>
    <dgm:pt modelId="{423CD8B7-CE5E-4D99-9BBB-52C89F028DE3}" type="sibTrans" cxnId="{9A000F1F-059B-4CC0-9068-9F2F708582E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BB22092-4EF8-4152-991C-E3BF8F058D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Source:</a:t>
          </a:r>
          <a:r>
            <a:rPr lang="en-US" b="0" i="0" baseline="0"/>
            <a:t> Kaggle Dataset</a:t>
          </a:r>
          <a:endParaRPr lang="en-US"/>
        </a:p>
      </dgm:t>
    </dgm:pt>
    <dgm:pt modelId="{1E3CD123-552A-4EB0-B954-6FE047FAB130}" type="parTrans" cxnId="{AB770D0C-311A-4072-9575-557E48A5104E}">
      <dgm:prSet/>
      <dgm:spPr/>
      <dgm:t>
        <a:bodyPr/>
        <a:lstStyle/>
        <a:p>
          <a:endParaRPr lang="en-US"/>
        </a:p>
      </dgm:t>
    </dgm:pt>
    <dgm:pt modelId="{7FE23179-7699-4994-9B9A-5352D62E9FB5}" type="sibTrans" cxnId="{AB770D0C-311A-4072-9575-557E48A5104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D517E9B-52E9-4C59-9DF5-F2D7430D56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Features:</a:t>
          </a:r>
          <a:r>
            <a:rPr lang="en-US" b="0" i="0" baseline="0"/>
            <a:t> Solar irradiance, temperature, humidity, wind speed, energy output</a:t>
          </a:r>
          <a:endParaRPr lang="en-US"/>
        </a:p>
      </dgm:t>
    </dgm:pt>
    <dgm:pt modelId="{E02162A1-F42E-4C99-AA5E-8A0B94007050}" type="parTrans" cxnId="{721163DF-087A-4257-9252-BC6C50D55F50}">
      <dgm:prSet/>
      <dgm:spPr/>
      <dgm:t>
        <a:bodyPr/>
        <a:lstStyle/>
        <a:p>
          <a:endParaRPr lang="en-US"/>
        </a:p>
      </dgm:t>
    </dgm:pt>
    <dgm:pt modelId="{8623573C-23C3-435C-B801-0E83422DDD0A}" type="sibTrans" cxnId="{721163DF-087A-4257-9252-BC6C50D55F5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9063B9-FBF9-42CA-B37C-E263A59F87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 dirty="0"/>
            <a:t>Data Format:</a:t>
          </a:r>
          <a:r>
            <a:rPr lang="en-US" b="0" i="0" baseline="0" dirty="0"/>
            <a:t> CSV (Historical)</a:t>
          </a:r>
          <a:endParaRPr lang="en-US" dirty="0"/>
        </a:p>
      </dgm:t>
    </dgm:pt>
    <dgm:pt modelId="{9B64DC57-B9BF-463E-A416-80DB4E464B11}" type="parTrans" cxnId="{7D9513FD-3447-488C-B099-0DF8903C3E05}">
      <dgm:prSet/>
      <dgm:spPr/>
      <dgm:t>
        <a:bodyPr/>
        <a:lstStyle/>
        <a:p>
          <a:endParaRPr lang="en-US"/>
        </a:p>
      </dgm:t>
    </dgm:pt>
    <dgm:pt modelId="{AD730903-0EAF-49D1-8BD5-0EF5A6067966}" type="sibTrans" cxnId="{7D9513FD-3447-488C-B099-0DF8903C3E05}">
      <dgm:prSet/>
      <dgm:spPr/>
      <dgm:t>
        <a:bodyPr/>
        <a:lstStyle/>
        <a:p>
          <a:endParaRPr lang="en-US"/>
        </a:p>
      </dgm:t>
    </dgm:pt>
    <dgm:pt modelId="{213A3399-8880-43F3-A53C-E361B10305F9}" type="pres">
      <dgm:prSet presAssocID="{471D2E6E-A8B1-4900-AFAC-B970E0B827E7}" presName="root" presStyleCnt="0">
        <dgm:presLayoutVars>
          <dgm:dir/>
          <dgm:resizeHandles val="exact"/>
        </dgm:presLayoutVars>
      </dgm:prSet>
      <dgm:spPr/>
    </dgm:pt>
    <dgm:pt modelId="{F7A9BBAC-025E-46B2-BE5C-4B1DC8EEA2D4}" type="pres">
      <dgm:prSet presAssocID="{471D2E6E-A8B1-4900-AFAC-B970E0B827E7}" presName="container" presStyleCnt="0">
        <dgm:presLayoutVars>
          <dgm:dir/>
          <dgm:resizeHandles val="exact"/>
        </dgm:presLayoutVars>
      </dgm:prSet>
      <dgm:spPr/>
    </dgm:pt>
    <dgm:pt modelId="{4B6452B8-18EB-446D-BD82-76FAE08F1D62}" type="pres">
      <dgm:prSet presAssocID="{A9AEB091-0F2D-4B58-AB7E-BEEDE16BD9C8}" presName="compNode" presStyleCnt="0"/>
      <dgm:spPr/>
    </dgm:pt>
    <dgm:pt modelId="{DECD4C9D-7F7F-4772-A5C4-5505DE13908A}" type="pres">
      <dgm:prSet presAssocID="{A9AEB091-0F2D-4B58-AB7E-BEEDE16BD9C8}" presName="iconBgRect" presStyleLbl="bgShp" presStyleIdx="0" presStyleCnt="4"/>
      <dgm:spPr/>
    </dgm:pt>
    <dgm:pt modelId="{48413A79-7DFC-43F2-9606-EBFBC2EE6936}" type="pres">
      <dgm:prSet presAssocID="{A9AEB091-0F2D-4B58-AB7E-BEEDE16BD9C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lar system"/>
        </a:ext>
      </dgm:extLst>
    </dgm:pt>
    <dgm:pt modelId="{AFA544F7-E62A-4756-8899-1D515ED43E8E}" type="pres">
      <dgm:prSet presAssocID="{A9AEB091-0F2D-4B58-AB7E-BEEDE16BD9C8}" presName="spaceRect" presStyleCnt="0"/>
      <dgm:spPr/>
    </dgm:pt>
    <dgm:pt modelId="{C1D2E61B-E3E7-4759-BDBA-0CF2AD0BCCFC}" type="pres">
      <dgm:prSet presAssocID="{A9AEB091-0F2D-4B58-AB7E-BEEDE16BD9C8}" presName="textRect" presStyleLbl="revTx" presStyleIdx="0" presStyleCnt="4">
        <dgm:presLayoutVars>
          <dgm:chMax val="1"/>
          <dgm:chPref val="1"/>
        </dgm:presLayoutVars>
      </dgm:prSet>
      <dgm:spPr/>
    </dgm:pt>
    <dgm:pt modelId="{70C37777-854F-4712-AEFC-D1490E6943B7}" type="pres">
      <dgm:prSet presAssocID="{423CD8B7-CE5E-4D99-9BBB-52C89F028DE3}" presName="sibTrans" presStyleLbl="sibTrans2D1" presStyleIdx="0" presStyleCnt="0"/>
      <dgm:spPr/>
    </dgm:pt>
    <dgm:pt modelId="{99062580-2712-46DF-951A-B7AA59226B7F}" type="pres">
      <dgm:prSet presAssocID="{6BB22092-4EF8-4152-991C-E3BF8F058DC9}" presName="compNode" presStyleCnt="0"/>
      <dgm:spPr/>
    </dgm:pt>
    <dgm:pt modelId="{79A5F67B-4E28-493F-AAEF-B102164B3D26}" type="pres">
      <dgm:prSet presAssocID="{6BB22092-4EF8-4152-991C-E3BF8F058DC9}" presName="iconBgRect" presStyleLbl="bgShp" presStyleIdx="1" presStyleCnt="4"/>
      <dgm:spPr/>
    </dgm:pt>
    <dgm:pt modelId="{8CFF38A8-B41A-4FD7-A470-6991ECF8C8E4}" type="pres">
      <dgm:prSet presAssocID="{6BB22092-4EF8-4152-991C-E3BF8F058DC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8F36654-5530-480A-ABB5-6941747A8033}" type="pres">
      <dgm:prSet presAssocID="{6BB22092-4EF8-4152-991C-E3BF8F058DC9}" presName="spaceRect" presStyleCnt="0"/>
      <dgm:spPr/>
    </dgm:pt>
    <dgm:pt modelId="{8704180D-1C82-4E2F-9942-E69B24AB3EEB}" type="pres">
      <dgm:prSet presAssocID="{6BB22092-4EF8-4152-991C-E3BF8F058DC9}" presName="textRect" presStyleLbl="revTx" presStyleIdx="1" presStyleCnt="4">
        <dgm:presLayoutVars>
          <dgm:chMax val="1"/>
          <dgm:chPref val="1"/>
        </dgm:presLayoutVars>
      </dgm:prSet>
      <dgm:spPr/>
    </dgm:pt>
    <dgm:pt modelId="{D9A076A0-B1FF-40B6-B106-9E340C66984E}" type="pres">
      <dgm:prSet presAssocID="{7FE23179-7699-4994-9B9A-5352D62E9FB5}" presName="sibTrans" presStyleLbl="sibTrans2D1" presStyleIdx="0" presStyleCnt="0"/>
      <dgm:spPr/>
    </dgm:pt>
    <dgm:pt modelId="{593EC1FA-D554-470C-998B-EB7C162B46FE}" type="pres">
      <dgm:prSet presAssocID="{9D517E9B-52E9-4C59-9DF5-F2D7430D56FF}" presName="compNode" presStyleCnt="0"/>
      <dgm:spPr/>
    </dgm:pt>
    <dgm:pt modelId="{1A39E7D0-CFB8-4505-9BEB-3DF84A639B12}" type="pres">
      <dgm:prSet presAssocID="{9D517E9B-52E9-4C59-9DF5-F2D7430D56FF}" presName="iconBgRect" presStyleLbl="bgShp" presStyleIdx="2" presStyleCnt="4"/>
      <dgm:spPr/>
    </dgm:pt>
    <dgm:pt modelId="{BEDE21EA-EA89-4AA3-93FC-E8452C647FC6}" type="pres">
      <dgm:prSet presAssocID="{9D517E9B-52E9-4C59-9DF5-F2D7430D56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ACB02152-479A-4242-A4C5-0CDFA931A3B9}" type="pres">
      <dgm:prSet presAssocID="{9D517E9B-52E9-4C59-9DF5-F2D7430D56FF}" presName="spaceRect" presStyleCnt="0"/>
      <dgm:spPr/>
    </dgm:pt>
    <dgm:pt modelId="{3E046B04-DE73-474D-A5E2-C09E4BA67A78}" type="pres">
      <dgm:prSet presAssocID="{9D517E9B-52E9-4C59-9DF5-F2D7430D56FF}" presName="textRect" presStyleLbl="revTx" presStyleIdx="2" presStyleCnt="4">
        <dgm:presLayoutVars>
          <dgm:chMax val="1"/>
          <dgm:chPref val="1"/>
        </dgm:presLayoutVars>
      </dgm:prSet>
      <dgm:spPr/>
    </dgm:pt>
    <dgm:pt modelId="{808ABC4F-7D8A-4073-AE92-D1F401C28454}" type="pres">
      <dgm:prSet presAssocID="{8623573C-23C3-435C-B801-0E83422DDD0A}" presName="sibTrans" presStyleLbl="sibTrans2D1" presStyleIdx="0" presStyleCnt="0"/>
      <dgm:spPr/>
    </dgm:pt>
    <dgm:pt modelId="{FC95F5D9-67F6-4882-ACB3-004CD1A4F00A}" type="pres">
      <dgm:prSet presAssocID="{419063B9-FBF9-42CA-B37C-E263A59F87AE}" presName="compNode" presStyleCnt="0"/>
      <dgm:spPr/>
    </dgm:pt>
    <dgm:pt modelId="{B0448C46-CBB6-4611-BB12-7080755FC914}" type="pres">
      <dgm:prSet presAssocID="{419063B9-FBF9-42CA-B37C-E263A59F87AE}" presName="iconBgRect" presStyleLbl="bgShp" presStyleIdx="3" presStyleCnt="4"/>
      <dgm:spPr/>
    </dgm:pt>
    <dgm:pt modelId="{6A246226-A62C-4E46-AFDB-03426D5B5A6D}" type="pres">
      <dgm:prSet presAssocID="{419063B9-FBF9-42CA-B37C-E263A59F87A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AE60E7C-BE16-47E9-AD63-59B3C2E40732}" type="pres">
      <dgm:prSet presAssocID="{419063B9-FBF9-42CA-B37C-E263A59F87AE}" presName="spaceRect" presStyleCnt="0"/>
      <dgm:spPr/>
    </dgm:pt>
    <dgm:pt modelId="{7D2BD50D-FDD2-4868-B0B0-40B79EAC842C}" type="pres">
      <dgm:prSet presAssocID="{419063B9-FBF9-42CA-B37C-E263A59F87A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B770D0C-311A-4072-9575-557E48A5104E}" srcId="{471D2E6E-A8B1-4900-AFAC-B970E0B827E7}" destId="{6BB22092-4EF8-4152-991C-E3BF8F058DC9}" srcOrd="1" destOrd="0" parTransId="{1E3CD123-552A-4EB0-B954-6FE047FAB130}" sibTransId="{7FE23179-7699-4994-9B9A-5352D62E9FB5}"/>
    <dgm:cxn modelId="{9D2FEE0E-806E-467B-AB13-882216A1E895}" type="presOf" srcId="{8623573C-23C3-435C-B801-0E83422DDD0A}" destId="{808ABC4F-7D8A-4073-AE92-D1F401C28454}" srcOrd="0" destOrd="0" presId="urn:microsoft.com/office/officeart/2018/2/layout/IconCircleList"/>
    <dgm:cxn modelId="{9A000F1F-059B-4CC0-9068-9F2F708582ED}" srcId="{471D2E6E-A8B1-4900-AFAC-B970E0B827E7}" destId="{A9AEB091-0F2D-4B58-AB7E-BEEDE16BD9C8}" srcOrd="0" destOrd="0" parTransId="{7481E1B8-E07E-43F7-9EF3-34512BE1C4DD}" sibTransId="{423CD8B7-CE5E-4D99-9BBB-52C89F028DE3}"/>
    <dgm:cxn modelId="{3772A85F-D7DE-48E2-BAE0-F27641CE3565}" type="presOf" srcId="{471D2E6E-A8B1-4900-AFAC-B970E0B827E7}" destId="{213A3399-8880-43F3-A53C-E361B10305F9}" srcOrd="0" destOrd="0" presId="urn:microsoft.com/office/officeart/2018/2/layout/IconCircleList"/>
    <dgm:cxn modelId="{609B866E-63C2-4D31-82FE-91CFD66907FC}" type="presOf" srcId="{423CD8B7-CE5E-4D99-9BBB-52C89F028DE3}" destId="{70C37777-854F-4712-AEFC-D1490E6943B7}" srcOrd="0" destOrd="0" presId="urn:microsoft.com/office/officeart/2018/2/layout/IconCircleList"/>
    <dgm:cxn modelId="{AE5FAA52-5DDC-44FC-9CAE-F864FDCEF779}" type="presOf" srcId="{9D517E9B-52E9-4C59-9DF5-F2D7430D56FF}" destId="{3E046B04-DE73-474D-A5E2-C09E4BA67A78}" srcOrd="0" destOrd="0" presId="urn:microsoft.com/office/officeart/2018/2/layout/IconCircleList"/>
    <dgm:cxn modelId="{CA4A8277-F8EA-470A-B125-8C5D915B7DE6}" type="presOf" srcId="{6BB22092-4EF8-4152-991C-E3BF8F058DC9}" destId="{8704180D-1C82-4E2F-9942-E69B24AB3EEB}" srcOrd="0" destOrd="0" presId="urn:microsoft.com/office/officeart/2018/2/layout/IconCircleList"/>
    <dgm:cxn modelId="{5E332E8B-A6C0-42EF-8C41-BEE3BA1C47FD}" type="presOf" srcId="{419063B9-FBF9-42CA-B37C-E263A59F87AE}" destId="{7D2BD50D-FDD2-4868-B0B0-40B79EAC842C}" srcOrd="0" destOrd="0" presId="urn:microsoft.com/office/officeart/2018/2/layout/IconCircleList"/>
    <dgm:cxn modelId="{35D63290-C913-436B-BD98-042E242393FE}" type="presOf" srcId="{7FE23179-7699-4994-9B9A-5352D62E9FB5}" destId="{D9A076A0-B1FF-40B6-B106-9E340C66984E}" srcOrd="0" destOrd="0" presId="urn:microsoft.com/office/officeart/2018/2/layout/IconCircleList"/>
    <dgm:cxn modelId="{721163DF-087A-4257-9252-BC6C50D55F50}" srcId="{471D2E6E-A8B1-4900-AFAC-B970E0B827E7}" destId="{9D517E9B-52E9-4C59-9DF5-F2D7430D56FF}" srcOrd="2" destOrd="0" parTransId="{E02162A1-F42E-4C99-AA5E-8A0B94007050}" sibTransId="{8623573C-23C3-435C-B801-0E83422DDD0A}"/>
    <dgm:cxn modelId="{D55C6DF3-E36D-4963-A1A9-C66AC9AC2119}" type="presOf" srcId="{A9AEB091-0F2D-4B58-AB7E-BEEDE16BD9C8}" destId="{C1D2E61B-E3E7-4759-BDBA-0CF2AD0BCCFC}" srcOrd="0" destOrd="0" presId="urn:microsoft.com/office/officeart/2018/2/layout/IconCircleList"/>
    <dgm:cxn modelId="{7D9513FD-3447-488C-B099-0DF8903C3E05}" srcId="{471D2E6E-A8B1-4900-AFAC-B970E0B827E7}" destId="{419063B9-FBF9-42CA-B37C-E263A59F87AE}" srcOrd="3" destOrd="0" parTransId="{9B64DC57-B9BF-463E-A416-80DB4E464B11}" sibTransId="{AD730903-0EAF-49D1-8BD5-0EF5A6067966}"/>
    <dgm:cxn modelId="{151003FF-5ED6-44F0-B25A-B9FED5792974}" type="presParOf" srcId="{213A3399-8880-43F3-A53C-E361B10305F9}" destId="{F7A9BBAC-025E-46B2-BE5C-4B1DC8EEA2D4}" srcOrd="0" destOrd="0" presId="urn:microsoft.com/office/officeart/2018/2/layout/IconCircleList"/>
    <dgm:cxn modelId="{7E6CA2AC-3DB3-437F-9DB3-02BDBC6D08EA}" type="presParOf" srcId="{F7A9BBAC-025E-46B2-BE5C-4B1DC8EEA2D4}" destId="{4B6452B8-18EB-446D-BD82-76FAE08F1D62}" srcOrd="0" destOrd="0" presId="urn:microsoft.com/office/officeart/2018/2/layout/IconCircleList"/>
    <dgm:cxn modelId="{CE65F9EB-6DA8-49A2-BB90-340476BE6903}" type="presParOf" srcId="{4B6452B8-18EB-446D-BD82-76FAE08F1D62}" destId="{DECD4C9D-7F7F-4772-A5C4-5505DE13908A}" srcOrd="0" destOrd="0" presId="urn:microsoft.com/office/officeart/2018/2/layout/IconCircleList"/>
    <dgm:cxn modelId="{6A50E305-F73B-41B1-8713-10FF3CDDB1F5}" type="presParOf" srcId="{4B6452B8-18EB-446D-BD82-76FAE08F1D62}" destId="{48413A79-7DFC-43F2-9606-EBFBC2EE6936}" srcOrd="1" destOrd="0" presId="urn:microsoft.com/office/officeart/2018/2/layout/IconCircleList"/>
    <dgm:cxn modelId="{6B62C878-61FB-4E00-AC2E-38B37AC8A85A}" type="presParOf" srcId="{4B6452B8-18EB-446D-BD82-76FAE08F1D62}" destId="{AFA544F7-E62A-4756-8899-1D515ED43E8E}" srcOrd="2" destOrd="0" presId="urn:microsoft.com/office/officeart/2018/2/layout/IconCircleList"/>
    <dgm:cxn modelId="{95999D0D-EBE8-4014-926B-2665ED2CCC34}" type="presParOf" srcId="{4B6452B8-18EB-446D-BD82-76FAE08F1D62}" destId="{C1D2E61B-E3E7-4759-BDBA-0CF2AD0BCCFC}" srcOrd="3" destOrd="0" presId="urn:microsoft.com/office/officeart/2018/2/layout/IconCircleList"/>
    <dgm:cxn modelId="{A24E979E-B47F-4EAD-82AF-8946E76B9F39}" type="presParOf" srcId="{F7A9BBAC-025E-46B2-BE5C-4B1DC8EEA2D4}" destId="{70C37777-854F-4712-AEFC-D1490E6943B7}" srcOrd="1" destOrd="0" presId="urn:microsoft.com/office/officeart/2018/2/layout/IconCircleList"/>
    <dgm:cxn modelId="{587BEB48-6607-43F0-8620-67D2EB09C108}" type="presParOf" srcId="{F7A9BBAC-025E-46B2-BE5C-4B1DC8EEA2D4}" destId="{99062580-2712-46DF-951A-B7AA59226B7F}" srcOrd="2" destOrd="0" presId="urn:microsoft.com/office/officeart/2018/2/layout/IconCircleList"/>
    <dgm:cxn modelId="{06FDEA15-4D7C-4642-A5EB-CCC231BB17E1}" type="presParOf" srcId="{99062580-2712-46DF-951A-B7AA59226B7F}" destId="{79A5F67B-4E28-493F-AAEF-B102164B3D26}" srcOrd="0" destOrd="0" presId="urn:microsoft.com/office/officeart/2018/2/layout/IconCircleList"/>
    <dgm:cxn modelId="{A86C577A-20D5-4D12-8298-A1D589D3A33E}" type="presParOf" srcId="{99062580-2712-46DF-951A-B7AA59226B7F}" destId="{8CFF38A8-B41A-4FD7-A470-6991ECF8C8E4}" srcOrd="1" destOrd="0" presId="urn:microsoft.com/office/officeart/2018/2/layout/IconCircleList"/>
    <dgm:cxn modelId="{CEE46C5F-6404-49CE-A5BB-61711F1C0843}" type="presParOf" srcId="{99062580-2712-46DF-951A-B7AA59226B7F}" destId="{D8F36654-5530-480A-ABB5-6941747A8033}" srcOrd="2" destOrd="0" presId="urn:microsoft.com/office/officeart/2018/2/layout/IconCircleList"/>
    <dgm:cxn modelId="{1C63D514-0790-48CF-A319-574CED71D672}" type="presParOf" srcId="{99062580-2712-46DF-951A-B7AA59226B7F}" destId="{8704180D-1C82-4E2F-9942-E69B24AB3EEB}" srcOrd="3" destOrd="0" presId="urn:microsoft.com/office/officeart/2018/2/layout/IconCircleList"/>
    <dgm:cxn modelId="{EF229A0D-2180-40BA-BDB8-1261205A474F}" type="presParOf" srcId="{F7A9BBAC-025E-46B2-BE5C-4B1DC8EEA2D4}" destId="{D9A076A0-B1FF-40B6-B106-9E340C66984E}" srcOrd="3" destOrd="0" presId="urn:microsoft.com/office/officeart/2018/2/layout/IconCircleList"/>
    <dgm:cxn modelId="{551903EC-4754-4C05-A685-52B948609FCC}" type="presParOf" srcId="{F7A9BBAC-025E-46B2-BE5C-4B1DC8EEA2D4}" destId="{593EC1FA-D554-470C-998B-EB7C162B46FE}" srcOrd="4" destOrd="0" presId="urn:microsoft.com/office/officeart/2018/2/layout/IconCircleList"/>
    <dgm:cxn modelId="{E28E6C1E-6BD6-448F-8C74-E312DEE648CD}" type="presParOf" srcId="{593EC1FA-D554-470C-998B-EB7C162B46FE}" destId="{1A39E7D0-CFB8-4505-9BEB-3DF84A639B12}" srcOrd="0" destOrd="0" presId="urn:microsoft.com/office/officeart/2018/2/layout/IconCircleList"/>
    <dgm:cxn modelId="{15522066-B093-46EF-A216-472C395F0E2B}" type="presParOf" srcId="{593EC1FA-D554-470C-998B-EB7C162B46FE}" destId="{BEDE21EA-EA89-4AA3-93FC-E8452C647FC6}" srcOrd="1" destOrd="0" presId="urn:microsoft.com/office/officeart/2018/2/layout/IconCircleList"/>
    <dgm:cxn modelId="{1827F9C1-A637-4D77-B547-9184FD05BAD7}" type="presParOf" srcId="{593EC1FA-D554-470C-998B-EB7C162B46FE}" destId="{ACB02152-479A-4242-A4C5-0CDFA931A3B9}" srcOrd="2" destOrd="0" presId="urn:microsoft.com/office/officeart/2018/2/layout/IconCircleList"/>
    <dgm:cxn modelId="{BC2BB9D0-CB1B-4AE0-975E-ED7F6421F5BF}" type="presParOf" srcId="{593EC1FA-D554-470C-998B-EB7C162B46FE}" destId="{3E046B04-DE73-474D-A5E2-C09E4BA67A78}" srcOrd="3" destOrd="0" presId="urn:microsoft.com/office/officeart/2018/2/layout/IconCircleList"/>
    <dgm:cxn modelId="{51D2A296-3972-4ABA-8BBF-AB42B01C73B1}" type="presParOf" srcId="{F7A9BBAC-025E-46B2-BE5C-4B1DC8EEA2D4}" destId="{808ABC4F-7D8A-4073-AE92-D1F401C28454}" srcOrd="5" destOrd="0" presId="urn:microsoft.com/office/officeart/2018/2/layout/IconCircleList"/>
    <dgm:cxn modelId="{29EA123A-43BE-4F29-B52E-CC4554BB0A3D}" type="presParOf" srcId="{F7A9BBAC-025E-46B2-BE5C-4B1DC8EEA2D4}" destId="{FC95F5D9-67F6-4882-ACB3-004CD1A4F00A}" srcOrd="6" destOrd="0" presId="urn:microsoft.com/office/officeart/2018/2/layout/IconCircleList"/>
    <dgm:cxn modelId="{170420CF-B57C-4C98-BF91-E60EE9E38EF8}" type="presParOf" srcId="{FC95F5D9-67F6-4882-ACB3-004CD1A4F00A}" destId="{B0448C46-CBB6-4611-BB12-7080755FC914}" srcOrd="0" destOrd="0" presId="urn:microsoft.com/office/officeart/2018/2/layout/IconCircleList"/>
    <dgm:cxn modelId="{95E83A50-2F58-4447-BF82-D612E4AE782F}" type="presParOf" srcId="{FC95F5D9-67F6-4882-ACB3-004CD1A4F00A}" destId="{6A246226-A62C-4E46-AFDB-03426D5B5A6D}" srcOrd="1" destOrd="0" presId="urn:microsoft.com/office/officeart/2018/2/layout/IconCircleList"/>
    <dgm:cxn modelId="{8260867E-4E46-41B2-A761-6E4718C0DF54}" type="presParOf" srcId="{FC95F5D9-67F6-4882-ACB3-004CD1A4F00A}" destId="{AAE60E7C-BE16-47E9-AD63-59B3C2E40732}" srcOrd="2" destOrd="0" presId="urn:microsoft.com/office/officeart/2018/2/layout/IconCircleList"/>
    <dgm:cxn modelId="{70A6262D-B87D-4B4B-BB10-866DF61D128F}" type="presParOf" srcId="{FC95F5D9-67F6-4882-ACB3-004CD1A4F00A}" destId="{7D2BD50D-FDD2-4868-B0B0-40B79EAC842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6EB135-B02E-4D55-9B12-DF418288B5B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16A4B7C-6614-4B82-9BCF-5FCD40326DBD}">
      <dgm:prSet/>
      <dgm:spPr/>
      <dgm:t>
        <a:bodyPr/>
        <a:lstStyle/>
        <a:p>
          <a:r>
            <a:rPr lang="en-US" b="0" i="0" baseline="0"/>
            <a:t>Data stored in </a:t>
          </a:r>
          <a:r>
            <a:rPr lang="en-US" b="1" i="0" baseline="0"/>
            <a:t>GitHub</a:t>
          </a:r>
          <a:r>
            <a:rPr lang="en-US" b="0" i="0" baseline="0"/>
            <a:t> and </a:t>
          </a:r>
          <a:r>
            <a:rPr lang="en-US" b="1" i="0" baseline="0"/>
            <a:t>OneDrive</a:t>
          </a:r>
          <a:endParaRPr lang="en-US"/>
        </a:p>
      </dgm:t>
    </dgm:pt>
    <dgm:pt modelId="{969CA8E8-ECAA-40BC-B34D-BA68B0A7D65F}" type="parTrans" cxnId="{2B7A966B-572E-4743-A6CE-3534C014B7B0}">
      <dgm:prSet/>
      <dgm:spPr/>
      <dgm:t>
        <a:bodyPr/>
        <a:lstStyle/>
        <a:p>
          <a:endParaRPr lang="en-US"/>
        </a:p>
      </dgm:t>
    </dgm:pt>
    <dgm:pt modelId="{D5E6855E-BBA4-46DB-8B91-04E6AC648F82}" type="sibTrans" cxnId="{2B7A966B-572E-4743-A6CE-3534C014B7B0}">
      <dgm:prSet/>
      <dgm:spPr/>
      <dgm:t>
        <a:bodyPr/>
        <a:lstStyle/>
        <a:p>
          <a:endParaRPr lang="en-US"/>
        </a:p>
      </dgm:t>
    </dgm:pt>
    <dgm:pt modelId="{EEA36F5C-333C-4DC6-8A69-31F35DF20DB9}">
      <dgm:prSet/>
      <dgm:spPr/>
      <dgm:t>
        <a:bodyPr/>
        <a:lstStyle/>
        <a:p>
          <a:r>
            <a:rPr lang="en-US" b="0" i="0" baseline="0"/>
            <a:t>Weekly backups to prevent data loss</a:t>
          </a:r>
          <a:endParaRPr lang="en-US"/>
        </a:p>
      </dgm:t>
    </dgm:pt>
    <dgm:pt modelId="{C1B1B74F-FFFC-4DA8-AE25-6B0B778897C4}" type="parTrans" cxnId="{27C7CB1F-7DF1-4CB4-B1F1-1CCEED245A32}">
      <dgm:prSet/>
      <dgm:spPr/>
      <dgm:t>
        <a:bodyPr/>
        <a:lstStyle/>
        <a:p>
          <a:endParaRPr lang="en-US"/>
        </a:p>
      </dgm:t>
    </dgm:pt>
    <dgm:pt modelId="{B8F069F3-71F7-442D-8218-41CB790F4245}" type="sibTrans" cxnId="{27C7CB1F-7DF1-4CB4-B1F1-1CCEED245A32}">
      <dgm:prSet/>
      <dgm:spPr/>
      <dgm:t>
        <a:bodyPr/>
        <a:lstStyle/>
        <a:p>
          <a:endParaRPr lang="en-US"/>
        </a:p>
      </dgm:t>
    </dgm:pt>
    <dgm:pt modelId="{C1CF8C33-3F09-46E7-8ADA-0D5C5DF4ADD3}">
      <dgm:prSet/>
      <dgm:spPr/>
      <dgm:t>
        <a:bodyPr/>
        <a:lstStyle/>
        <a:p>
          <a:r>
            <a:rPr lang="en-US" b="1" i="0" baseline="0"/>
            <a:t>GitHub version control</a:t>
          </a:r>
          <a:r>
            <a:rPr lang="en-US" b="0" i="0" baseline="0"/>
            <a:t> with regular commits</a:t>
          </a:r>
          <a:endParaRPr lang="en-US"/>
        </a:p>
      </dgm:t>
    </dgm:pt>
    <dgm:pt modelId="{EAEAD0C8-2CAA-4748-991E-98E88DBFAE9A}" type="parTrans" cxnId="{DFC91A61-06DB-4244-A64C-EA1D9F063EB0}">
      <dgm:prSet/>
      <dgm:spPr/>
      <dgm:t>
        <a:bodyPr/>
        <a:lstStyle/>
        <a:p>
          <a:endParaRPr lang="en-US"/>
        </a:p>
      </dgm:t>
    </dgm:pt>
    <dgm:pt modelId="{7AA9DB11-EC36-433F-9CE2-561B8687CDAE}" type="sibTrans" cxnId="{DFC91A61-06DB-4244-A64C-EA1D9F063EB0}">
      <dgm:prSet/>
      <dgm:spPr/>
      <dgm:t>
        <a:bodyPr/>
        <a:lstStyle/>
        <a:p>
          <a:endParaRPr lang="en-US"/>
        </a:p>
      </dgm:t>
    </dgm:pt>
    <dgm:pt modelId="{7D35014A-4BD2-49AE-B17F-A12358DE882D}">
      <dgm:prSet/>
      <dgm:spPr/>
      <dgm:t>
        <a:bodyPr/>
        <a:lstStyle/>
        <a:p>
          <a:r>
            <a:rPr lang="en-US" b="0" i="0" baseline="0"/>
            <a:t>File naming conventions for easy tracking </a:t>
          </a:r>
          <a:endParaRPr lang="en-US"/>
        </a:p>
      </dgm:t>
    </dgm:pt>
    <dgm:pt modelId="{C1C3550E-E1A5-4608-B3AE-399AEA45B804}" type="parTrans" cxnId="{B74E9C54-75FA-4438-9869-123DA9E426A3}">
      <dgm:prSet/>
      <dgm:spPr/>
      <dgm:t>
        <a:bodyPr/>
        <a:lstStyle/>
        <a:p>
          <a:endParaRPr lang="en-US"/>
        </a:p>
      </dgm:t>
    </dgm:pt>
    <dgm:pt modelId="{EA5305B0-3C31-4417-8391-951EBA3556BD}" type="sibTrans" cxnId="{B74E9C54-75FA-4438-9869-123DA9E426A3}">
      <dgm:prSet/>
      <dgm:spPr/>
      <dgm:t>
        <a:bodyPr/>
        <a:lstStyle/>
        <a:p>
          <a:endParaRPr lang="en-US"/>
        </a:p>
      </dgm:t>
    </dgm:pt>
    <dgm:pt modelId="{78DCF9D0-9A5E-4BBF-A236-A8F9F42C90A3}" type="pres">
      <dgm:prSet presAssocID="{8B6EB135-B02E-4D55-9B12-DF418288B5B3}" presName="root" presStyleCnt="0">
        <dgm:presLayoutVars>
          <dgm:dir/>
          <dgm:resizeHandles val="exact"/>
        </dgm:presLayoutVars>
      </dgm:prSet>
      <dgm:spPr/>
    </dgm:pt>
    <dgm:pt modelId="{DBA6B863-B6E1-41D4-92A6-3DF96D8F0197}" type="pres">
      <dgm:prSet presAssocID="{F16A4B7C-6614-4B82-9BCF-5FCD40326DBD}" presName="compNode" presStyleCnt="0"/>
      <dgm:spPr/>
    </dgm:pt>
    <dgm:pt modelId="{DD6DA2C6-FDD5-41E6-A75E-0DD9920DBC25}" type="pres">
      <dgm:prSet presAssocID="{F16A4B7C-6614-4B82-9BCF-5FCD40326DBD}" presName="bgRect" presStyleLbl="bgShp" presStyleIdx="0" presStyleCnt="4"/>
      <dgm:spPr/>
    </dgm:pt>
    <dgm:pt modelId="{0DE40CBE-C862-40B6-BE68-4FFD77D2B300}" type="pres">
      <dgm:prSet presAssocID="{F16A4B7C-6614-4B82-9BCF-5FCD40326DB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DF298392-F1BC-429B-BDB1-B75E9DEA4686}" type="pres">
      <dgm:prSet presAssocID="{F16A4B7C-6614-4B82-9BCF-5FCD40326DBD}" presName="spaceRect" presStyleCnt="0"/>
      <dgm:spPr/>
    </dgm:pt>
    <dgm:pt modelId="{B2CAE701-091E-4BF7-86D5-D0E4956E1BC3}" type="pres">
      <dgm:prSet presAssocID="{F16A4B7C-6614-4B82-9BCF-5FCD40326DBD}" presName="parTx" presStyleLbl="revTx" presStyleIdx="0" presStyleCnt="4">
        <dgm:presLayoutVars>
          <dgm:chMax val="0"/>
          <dgm:chPref val="0"/>
        </dgm:presLayoutVars>
      </dgm:prSet>
      <dgm:spPr/>
    </dgm:pt>
    <dgm:pt modelId="{7B8901CB-B0E1-47F2-BAD6-1C2A74A78E21}" type="pres">
      <dgm:prSet presAssocID="{D5E6855E-BBA4-46DB-8B91-04E6AC648F82}" presName="sibTrans" presStyleCnt="0"/>
      <dgm:spPr/>
    </dgm:pt>
    <dgm:pt modelId="{2026357B-C1C1-47FA-B1C8-4DA665D8017F}" type="pres">
      <dgm:prSet presAssocID="{EEA36F5C-333C-4DC6-8A69-31F35DF20DB9}" presName="compNode" presStyleCnt="0"/>
      <dgm:spPr/>
    </dgm:pt>
    <dgm:pt modelId="{1A713D3D-06F7-4389-A057-4E78C3B392AF}" type="pres">
      <dgm:prSet presAssocID="{EEA36F5C-333C-4DC6-8A69-31F35DF20DB9}" presName="bgRect" presStyleLbl="bgShp" presStyleIdx="1" presStyleCnt="4"/>
      <dgm:spPr/>
    </dgm:pt>
    <dgm:pt modelId="{C339DC43-6CD4-4A2D-BE2D-67A578E4A72A}" type="pres">
      <dgm:prSet presAssocID="{EEA36F5C-333C-4DC6-8A69-31F35DF20DB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60E737-3D30-40B5-A9DC-4A04BF06E6DB}" type="pres">
      <dgm:prSet presAssocID="{EEA36F5C-333C-4DC6-8A69-31F35DF20DB9}" presName="spaceRect" presStyleCnt="0"/>
      <dgm:spPr/>
    </dgm:pt>
    <dgm:pt modelId="{F26E74FD-906D-40ED-A796-720B383044C3}" type="pres">
      <dgm:prSet presAssocID="{EEA36F5C-333C-4DC6-8A69-31F35DF20DB9}" presName="parTx" presStyleLbl="revTx" presStyleIdx="1" presStyleCnt="4">
        <dgm:presLayoutVars>
          <dgm:chMax val="0"/>
          <dgm:chPref val="0"/>
        </dgm:presLayoutVars>
      </dgm:prSet>
      <dgm:spPr/>
    </dgm:pt>
    <dgm:pt modelId="{48668136-1495-4099-97FC-D5C035B7F5A1}" type="pres">
      <dgm:prSet presAssocID="{B8F069F3-71F7-442D-8218-41CB790F4245}" presName="sibTrans" presStyleCnt="0"/>
      <dgm:spPr/>
    </dgm:pt>
    <dgm:pt modelId="{24E1B4E3-71DA-4F70-B6C8-D997F4E09238}" type="pres">
      <dgm:prSet presAssocID="{C1CF8C33-3F09-46E7-8ADA-0D5C5DF4ADD3}" presName="compNode" presStyleCnt="0"/>
      <dgm:spPr/>
    </dgm:pt>
    <dgm:pt modelId="{51A4F66A-F123-4734-BF77-FCA54FD47802}" type="pres">
      <dgm:prSet presAssocID="{C1CF8C33-3F09-46E7-8ADA-0D5C5DF4ADD3}" presName="bgRect" presStyleLbl="bgShp" presStyleIdx="2" presStyleCnt="4"/>
      <dgm:spPr/>
    </dgm:pt>
    <dgm:pt modelId="{3C0FD702-A987-45F4-9EFD-B5DFC8B65365}" type="pres">
      <dgm:prSet presAssocID="{C1CF8C33-3F09-46E7-8ADA-0D5C5DF4AD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A40D2244-A32C-4757-93C8-C44776AF5FE9}" type="pres">
      <dgm:prSet presAssocID="{C1CF8C33-3F09-46E7-8ADA-0D5C5DF4ADD3}" presName="spaceRect" presStyleCnt="0"/>
      <dgm:spPr/>
    </dgm:pt>
    <dgm:pt modelId="{A5A0D8C7-3623-4F99-BE4D-B71EAC0859BB}" type="pres">
      <dgm:prSet presAssocID="{C1CF8C33-3F09-46E7-8ADA-0D5C5DF4ADD3}" presName="parTx" presStyleLbl="revTx" presStyleIdx="2" presStyleCnt="4">
        <dgm:presLayoutVars>
          <dgm:chMax val="0"/>
          <dgm:chPref val="0"/>
        </dgm:presLayoutVars>
      </dgm:prSet>
      <dgm:spPr/>
    </dgm:pt>
    <dgm:pt modelId="{CCC49607-52A8-4E62-98D8-275FEDC4F6C6}" type="pres">
      <dgm:prSet presAssocID="{7AA9DB11-EC36-433F-9CE2-561B8687CDAE}" presName="sibTrans" presStyleCnt="0"/>
      <dgm:spPr/>
    </dgm:pt>
    <dgm:pt modelId="{3058CB42-86A4-427A-85B5-281F9CD84362}" type="pres">
      <dgm:prSet presAssocID="{7D35014A-4BD2-49AE-B17F-A12358DE882D}" presName="compNode" presStyleCnt="0"/>
      <dgm:spPr/>
    </dgm:pt>
    <dgm:pt modelId="{5564D44C-013C-4AFC-B0E3-7A598CE6F45A}" type="pres">
      <dgm:prSet presAssocID="{7D35014A-4BD2-49AE-B17F-A12358DE882D}" presName="bgRect" presStyleLbl="bgShp" presStyleIdx="3" presStyleCnt="4"/>
      <dgm:spPr/>
    </dgm:pt>
    <dgm:pt modelId="{E62A0D82-71C5-4DAF-AFBB-6206D23FE0D8}" type="pres">
      <dgm:prSet presAssocID="{7D35014A-4BD2-49AE-B17F-A12358DE88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AF659710-5B79-4807-90A2-C241871F91F0}" type="pres">
      <dgm:prSet presAssocID="{7D35014A-4BD2-49AE-B17F-A12358DE882D}" presName="spaceRect" presStyleCnt="0"/>
      <dgm:spPr/>
    </dgm:pt>
    <dgm:pt modelId="{264049AC-ACAD-4820-A2A5-5684A57CE6C1}" type="pres">
      <dgm:prSet presAssocID="{7D35014A-4BD2-49AE-B17F-A12358DE882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18B9F13-4EA1-4467-8F87-348A5E66C16E}" type="presOf" srcId="{C1CF8C33-3F09-46E7-8ADA-0D5C5DF4ADD3}" destId="{A5A0D8C7-3623-4F99-BE4D-B71EAC0859BB}" srcOrd="0" destOrd="0" presId="urn:microsoft.com/office/officeart/2018/2/layout/IconVerticalSolidList"/>
    <dgm:cxn modelId="{27C7CB1F-7DF1-4CB4-B1F1-1CCEED245A32}" srcId="{8B6EB135-B02E-4D55-9B12-DF418288B5B3}" destId="{EEA36F5C-333C-4DC6-8A69-31F35DF20DB9}" srcOrd="1" destOrd="0" parTransId="{C1B1B74F-FFFC-4DA8-AE25-6B0B778897C4}" sibTransId="{B8F069F3-71F7-442D-8218-41CB790F4245}"/>
    <dgm:cxn modelId="{71DE4538-BBF5-4A9C-A972-E08BBE9724E8}" type="presOf" srcId="{F16A4B7C-6614-4B82-9BCF-5FCD40326DBD}" destId="{B2CAE701-091E-4BF7-86D5-D0E4956E1BC3}" srcOrd="0" destOrd="0" presId="urn:microsoft.com/office/officeart/2018/2/layout/IconVerticalSolidList"/>
    <dgm:cxn modelId="{DFC91A61-06DB-4244-A64C-EA1D9F063EB0}" srcId="{8B6EB135-B02E-4D55-9B12-DF418288B5B3}" destId="{C1CF8C33-3F09-46E7-8ADA-0D5C5DF4ADD3}" srcOrd="2" destOrd="0" parTransId="{EAEAD0C8-2CAA-4748-991E-98E88DBFAE9A}" sibTransId="{7AA9DB11-EC36-433F-9CE2-561B8687CDAE}"/>
    <dgm:cxn modelId="{2B7A966B-572E-4743-A6CE-3534C014B7B0}" srcId="{8B6EB135-B02E-4D55-9B12-DF418288B5B3}" destId="{F16A4B7C-6614-4B82-9BCF-5FCD40326DBD}" srcOrd="0" destOrd="0" parTransId="{969CA8E8-ECAA-40BC-B34D-BA68B0A7D65F}" sibTransId="{D5E6855E-BBA4-46DB-8B91-04E6AC648F82}"/>
    <dgm:cxn modelId="{B74E9C54-75FA-4438-9869-123DA9E426A3}" srcId="{8B6EB135-B02E-4D55-9B12-DF418288B5B3}" destId="{7D35014A-4BD2-49AE-B17F-A12358DE882D}" srcOrd="3" destOrd="0" parTransId="{C1C3550E-E1A5-4608-B3AE-399AEA45B804}" sibTransId="{EA5305B0-3C31-4417-8391-951EBA3556BD}"/>
    <dgm:cxn modelId="{45FF8F7B-198F-4E76-9C19-BF94C0DBEB27}" type="presOf" srcId="{7D35014A-4BD2-49AE-B17F-A12358DE882D}" destId="{264049AC-ACAD-4820-A2A5-5684A57CE6C1}" srcOrd="0" destOrd="0" presId="urn:microsoft.com/office/officeart/2018/2/layout/IconVerticalSolidList"/>
    <dgm:cxn modelId="{06E3D5D6-1128-4681-ACA9-08FD2B62C836}" type="presOf" srcId="{EEA36F5C-333C-4DC6-8A69-31F35DF20DB9}" destId="{F26E74FD-906D-40ED-A796-720B383044C3}" srcOrd="0" destOrd="0" presId="urn:microsoft.com/office/officeart/2018/2/layout/IconVerticalSolidList"/>
    <dgm:cxn modelId="{46BADDEB-06C4-46CB-8DC6-CC8165B179C9}" type="presOf" srcId="{8B6EB135-B02E-4D55-9B12-DF418288B5B3}" destId="{78DCF9D0-9A5E-4BBF-A236-A8F9F42C90A3}" srcOrd="0" destOrd="0" presId="urn:microsoft.com/office/officeart/2018/2/layout/IconVerticalSolidList"/>
    <dgm:cxn modelId="{56A2D3A7-9020-4115-9CDD-8F8C6E576A6B}" type="presParOf" srcId="{78DCF9D0-9A5E-4BBF-A236-A8F9F42C90A3}" destId="{DBA6B863-B6E1-41D4-92A6-3DF96D8F0197}" srcOrd="0" destOrd="0" presId="urn:microsoft.com/office/officeart/2018/2/layout/IconVerticalSolidList"/>
    <dgm:cxn modelId="{31C72799-9B65-45FC-AE20-827CC1537387}" type="presParOf" srcId="{DBA6B863-B6E1-41D4-92A6-3DF96D8F0197}" destId="{DD6DA2C6-FDD5-41E6-A75E-0DD9920DBC25}" srcOrd="0" destOrd="0" presId="urn:microsoft.com/office/officeart/2018/2/layout/IconVerticalSolidList"/>
    <dgm:cxn modelId="{1B52E3AB-74E7-4DFA-B999-13623BB06017}" type="presParOf" srcId="{DBA6B863-B6E1-41D4-92A6-3DF96D8F0197}" destId="{0DE40CBE-C862-40B6-BE68-4FFD77D2B300}" srcOrd="1" destOrd="0" presId="urn:microsoft.com/office/officeart/2018/2/layout/IconVerticalSolidList"/>
    <dgm:cxn modelId="{7CACAAD3-B831-4C32-8617-150DBF26C483}" type="presParOf" srcId="{DBA6B863-B6E1-41D4-92A6-3DF96D8F0197}" destId="{DF298392-F1BC-429B-BDB1-B75E9DEA4686}" srcOrd="2" destOrd="0" presId="urn:microsoft.com/office/officeart/2018/2/layout/IconVerticalSolidList"/>
    <dgm:cxn modelId="{C5371303-284B-40CF-80F5-CB0B94DF70B8}" type="presParOf" srcId="{DBA6B863-B6E1-41D4-92A6-3DF96D8F0197}" destId="{B2CAE701-091E-4BF7-86D5-D0E4956E1BC3}" srcOrd="3" destOrd="0" presId="urn:microsoft.com/office/officeart/2018/2/layout/IconVerticalSolidList"/>
    <dgm:cxn modelId="{64B58204-168C-491D-9B8C-2A32F0C5B060}" type="presParOf" srcId="{78DCF9D0-9A5E-4BBF-A236-A8F9F42C90A3}" destId="{7B8901CB-B0E1-47F2-BAD6-1C2A74A78E21}" srcOrd="1" destOrd="0" presId="urn:microsoft.com/office/officeart/2018/2/layout/IconVerticalSolidList"/>
    <dgm:cxn modelId="{408441D6-BF3A-4472-8C6F-3EF9F18BDB6B}" type="presParOf" srcId="{78DCF9D0-9A5E-4BBF-A236-A8F9F42C90A3}" destId="{2026357B-C1C1-47FA-B1C8-4DA665D8017F}" srcOrd="2" destOrd="0" presId="urn:microsoft.com/office/officeart/2018/2/layout/IconVerticalSolidList"/>
    <dgm:cxn modelId="{4BBEAB1A-891E-4D40-B63D-4F2539700040}" type="presParOf" srcId="{2026357B-C1C1-47FA-B1C8-4DA665D8017F}" destId="{1A713D3D-06F7-4389-A057-4E78C3B392AF}" srcOrd="0" destOrd="0" presId="urn:microsoft.com/office/officeart/2018/2/layout/IconVerticalSolidList"/>
    <dgm:cxn modelId="{E1F27504-219D-4402-91BF-982A2A19B4C8}" type="presParOf" srcId="{2026357B-C1C1-47FA-B1C8-4DA665D8017F}" destId="{C339DC43-6CD4-4A2D-BE2D-67A578E4A72A}" srcOrd="1" destOrd="0" presId="urn:microsoft.com/office/officeart/2018/2/layout/IconVerticalSolidList"/>
    <dgm:cxn modelId="{B845A1F7-59DA-4A29-BD7B-3B5C779715C8}" type="presParOf" srcId="{2026357B-C1C1-47FA-B1C8-4DA665D8017F}" destId="{BA60E737-3D30-40B5-A9DC-4A04BF06E6DB}" srcOrd="2" destOrd="0" presId="urn:microsoft.com/office/officeart/2018/2/layout/IconVerticalSolidList"/>
    <dgm:cxn modelId="{DAD6D60E-9C99-4297-8D1B-1053B294BB29}" type="presParOf" srcId="{2026357B-C1C1-47FA-B1C8-4DA665D8017F}" destId="{F26E74FD-906D-40ED-A796-720B383044C3}" srcOrd="3" destOrd="0" presId="urn:microsoft.com/office/officeart/2018/2/layout/IconVerticalSolidList"/>
    <dgm:cxn modelId="{998AB610-A0E0-4C65-9AFF-350B22246577}" type="presParOf" srcId="{78DCF9D0-9A5E-4BBF-A236-A8F9F42C90A3}" destId="{48668136-1495-4099-97FC-D5C035B7F5A1}" srcOrd="3" destOrd="0" presId="urn:microsoft.com/office/officeart/2018/2/layout/IconVerticalSolidList"/>
    <dgm:cxn modelId="{2E3FBF6A-9F1A-47F6-B76D-27073B016B97}" type="presParOf" srcId="{78DCF9D0-9A5E-4BBF-A236-A8F9F42C90A3}" destId="{24E1B4E3-71DA-4F70-B6C8-D997F4E09238}" srcOrd="4" destOrd="0" presId="urn:microsoft.com/office/officeart/2018/2/layout/IconVerticalSolidList"/>
    <dgm:cxn modelId="{C91737E7-1DF0-4703-B94B-5791190C4FF0}" type="presParOf" srcId="{24E1B4E3-71DA-4F70-B6C8-D997F4E09238}" destId="{51A4F66A-F123-4734-BF77-FCA54FD47802}" srcOrd="0" destOrd="0" presId="urn:microsoft.com/office/officeart/2018/2/layout/IconVerticalSolidList"/>
    <dgm:cxn modelId="{85A00BC8-5AAB-4D13-A503-6043AE6A92F3}" type="presParOf" srcId="{24E1B4E3-71DA-4F70-B6C8-D997F4E09238}" destId="{3C0FD702-A987-45F4-9EFD-B5DFC8B65365}" srcOrd="1" destOrd="0" presId="urn:microsoft.com/office/officeart/2018/2/layout/IconVerticalSolidList"/>
    <dgm:cxn modelId="{BA8CEDE6-2B8A-491B-8281-A0C7281B3698}" type="presParOf" srcId="{24E1B4E3-71DA-4F70-B6C8-D997F4E09238}" destId="{A40D2244-A32C-4757-93C8-C44776AF5FE9}" srcOrd="2" destOrd="0" presId="urn:microsoft.com/office/officeart/2018/2/layout/IconVerticalSolidList"/>
    <dgm:cxn modelId="{87940F85-16F1-4851-8C47-A9083C7F630B}" type="presParOf" srcId="{24E1B4E3-71DA-4F70-B6C8-D997F4E09238}" destId="{A5A0D8C7-3623-4F99-BE4D-B71EAC0859BB}" srcOrd="3" destOrd="0" presId="urn:microsoft.com/office/officeart/2018/2/layout/IconVerticalSolidList"/>
    <dgm:cxn modelId="{BA089DBA-7758-4106-B4B2-EC12BF95BE0A}" type="presParOf" srcId="{78DCF9D0-9A5E-4BBF-A236-A8F9F42C90A3}" destId="{CCC49607-52A8-4E62-98D8-275FEDC4F6C6}" srcOrd="5" destOrd="0" presId="urn:microsoft.com/office/officeart/2018/2/layout/IconVerticalSolidList"/>
    <dgm:cxn modelId="{BCB62E9B-8489-4990-8BA6-7E3B0FCEBD9A}" type="presParOf" srcId="{78DCF9D0-9A5E-4BBF-A236-A8F9F42C90A3}" destId="{3058CB42-86A4-427A-85B5-281F9CD84362}" srcOrd="6" destOrd="0" presId="urn:microsoft.com/office/officeart/2018/2/layout/IconVerticalSolidList"/>
    <dgm:cxn modelId="{15E31E1A-E0D0-4025-9B14-30B5939D713C}" type="presParOf" srcId="{3058CB42-86A4-427A-85B5-281F9CD84362}" destId="{5564D44C-013C-4AFC-B0E3-7A598CE6F45A}" srcOrd="0" destOrd="0" presId="urn:microsoft.com/office/officeart/2018/2/layout/IconVerticalSolidList"/>
    <dgm:cxn modelId="{07790E0E-7F2D-4666-AD7E-E7DA0A3452BC}" type="presParOf" srcId="{3058CB42-86A4-427A-85B5-281F9CD84362}" destId="{E62A0D82-71C5-4DAF-AFBB-6206D23FE0D8}" srcOrd="1" destOrd="0" presId="urn:microsoft.com/office/officeart/2018/2/layout/IconVerticalSolidList"/>
    <dgm:cxn modelId="{76B991CD-0527-4DA9-8540-B01898F3A35C}" type="presParOf" srcId="{3058CB42-86A4-427A-85B5-281F9CD84362}" destId="{AF659710-5B79-4807-90A2-C241871F91F0}" srcOrd="2" destOrd="0" presId="urn:microsoft.com/office/officeart/2018/2/layout/IconVerticalSolidList"/>
    <dgm:cxn modelId="{73D20FD1-2EE8-411E-82E0-A4912140AA7C}" type="presParOf" srcId="{3058CB42-86A4-427A-85B5-281F9CD84362}" destId="{264049AC-ACAD-4820-A2A5-5684A57CE6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E9E4D7-C22E-4869-A8F9-93C3F526FE8F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6EB8E3A-0C31-4AE9-88B9-D95E688FF924}">
      <dgm:prSet/>
      <dgm:spPr/>
      <dgm:t>
        <a:bodyPr/>
        <a:lstStyle/>
        <a:p>
          <a:r>
            <a:rPr lang="en-US" b="1" i="0"/>
            <a:t>Outcome:</a:t>
          </a:r>
          <a:endParaRPr lang="en-US"/>
        </a:p>
      </dgm:t>
    </dgm:pt>
    <dgm:pt modelId="{119BE8B9-C863-4A5D-8F68-61C3F2B1E6CD}" type="parTrans" cxnId="{C7E53EF8-A313-4171-910C-EAADD15FD5F1}">
      <dgm:prSet/>
      <dgm:spPr/>
      <dgm:t>
        <a:bodyPr/>
        <a:lstStyle/>
        <a:p>
          <a:endParaRPr lang="en-US"/>
        </a:p>
      </dgm:t>
    </dgm:pt>
    <dgm:pt modelId="{C3B7FF9F-9CBF-484F-AD52-EFFD7E712AD7}" type="sibTrans" cxnId="{C7E53EF8-A313-4171-910C-EAADD15FD5F1}">
      <dgm:prSet/>
      <dgm:spPr/>
      <dgm:t>
        <a:bodyPr/>
        <a:lstStyle/>
        <a:p>
          <a:endParaRPr lang="en-US"/>
        </a:p>
      </dgm:t>
    </dgm:pt>
    <dgm:pt modelId="{C067C279-4456-48D7-B3E6-8D7F19501C4E}">
      <dgm:prSet/>
      <dgm:spPr/>
      <dgm:t>
        <a:bodyPr/>
        <a:lstStyle/>
        <a:p>
          <a:r>
            <a:rPr lang="en-US" b="0" i="0"/>
            <a:t>A machine learning model that accurately predicts solar energy production.</a:t>
          </a:r>
          <a:endParaRPr lang="en-US"/>
        </a:p>
      </dgm:t>
    </dgm:pt>
    <dgm:pt modelId="{8FA717A7-5138-44A4-BEDA-2F8D58B71641}" type="parTrans" cxnId="{74301E0F-1258-4247-948A-B35A5EF0DDD2}">
      <dgm:prSet/>
      <dgm:spPr/>
      <dgm:t>
        <a:bodyPr/>
        <a:lstStyle/>
        <a:p>
          <a:endParaRPr lang="en-US"/>
        </a:p>
      </dgm:t>
    </dgm:pt>
    <dgm:pt modelId="{AA97485D-61DE-43E4-A95E-16BF4DD613B3}" type="sibTrans" cxnId="{74301E0F-1258-4247-948A-B35A5EF0DDD2}">
      <dgm:prSet/>
      <dgm:spPr/>
      <dgm:t>
        <a:bodyPr/>
        <a:lstStyle/>
        <a:p>
          <a:endParaRPr lang="en-US"/>
        </a:p>
      </dgm:t>
    </dgm:pt>
    <dgm:pt modelId="{93246172-17BA-4E20-970C-6F4D93EC60E6}">
      <dgm:prSet/>
      <dgm:spPr/>
      <dgm:t>
        <a:bodyPr/>
        <a:lstStyle/>
        <a:p>
          <a:r>
            <a:rPr lang="en-US" b="1" i="0"/>
            <a:t>Impact:</a:t>
          </a:r>
          <a:endParaRPr lang="en-US"/>
        </a:p>
      </dgm:t>
    </dgm:pt>
    <dgm:pt modelId="{C6E157A8-4D3C-481E-A59C-644A1945FE9E}" type="parTrans" cxnId="{359844A8-D480-44FC-89E5-908B6BFDF656}">
      <dgm:prSet/>
      <dgm:spPr/>
      <dgm:t>
        <a:bodyPr/>
        <a:lstStyle/>
        <a:p>
          <a:endParaRPr lang="en-US"/>
        </a:p>
      </dgm:t>
    </dgm:pt>
    <dgm:pt modelId="{5BCAE999-AA8B-40B5-8D6D-C52B4447692D}" type="sibTrans" cxnId="{359844A8-D480-44FC-89E5-908B6BFDF656}">
      <dgm:prSet/>
      <dgm:spPr/>
      <dgm:t>
        <a:bodyPr/>
        <a:lstStyle/>
        <a:p>
          <a:endParaRPr lang="en-US"/>
        </a:p>
      </dgm:t>
    </dgm:pt>
    <dgm:pt modelId="{355A78DD-B136-4534-92E6-8210C61EFCDB}">
      <dgm:prSet/>
      <dgm:spPr/>
      <dgm:t>
        <a:bodyPr/>
        <a:lstStyle/>
        <a:p>
          <a:r>
            <a:rPr lang="en-US" b="0" i="0"/>
            <a:t>Improved energy planning and grid stability.</a:t>
          </a:r>
          <a:endParaRPr lang="en-US"/>
        </a:p>
      </dgm:t>
    </dgm:pt>
    <dgm:pt modelId="{904464C0-7EDD-447D-A09E-C037B9005C36}" type="parTrans" cxnId="{0DCE6296-6110-431B-A8A6-EF8C3E720294}">
      <dgm:prSet/>
      <dgm:spPr/>
      <dgm:t>
        <a:bodyPr/>
        <a:lstStyle/>
        <a:p>
          <a:endParaRPr lang="en-US"/>
        </a:p>
      </dgm:t>
    </dgm:pt>
    <dgm:pt modelId="{6EDF515C-3F9C-4E02-AD58-B70A080DB752}" type="sibTrans" cxnId="{0DCE6296-6110-431B-A8A6-EF8C3E720294}">
      <dgm:prSet/>
      <dgm:spPr/>
      <dgm:t>
        <a:bodyPr/>
        <a:lstStyle/>
        <a:p>
          <a:endParaRPr lang="en-US"/>
        </a:p>
      </dgm:t>
    </dgm:pt>
    <dgm:pt modelId="{B3E89751-E11D-46A6-93C9-C0B26404C394}">
      <dgm:prSet/>
      <dgm:spPr/>
      <dgm:t>
        <a:bodyPr/>
        <a:lstStyle/>
        <a:p>
          <a:r>
            <a:rPr lang="en-US" b="0" i="0"/>
            <a:t>Potential cost savings for energy providers.</a:t>
          </a:r>
          <a:endParaRPr lang="en-US"/>
        </a:p>
      </dgm:t>
    </dgm:pt>
    <dgm:pt modelId="{7C12C993-2644-4823-9443-2AEBE27559B9}" type="parTrans" cxnId="{85735E88-70F6-4513-92A4-6EBA2BFF8F6D}">
      <dgm:prSet/>
      <dgm:spPr/>
      <dgm:t>
        <a:bodyPr/>
        <a:lstStyle/>
        <a:p>
          <a:endParaRPr lang="en-US"/>
        </a:p>
      </dgm:t>
    </dgm:pt>
    <dgm:pt modelId="{921F998D-2F2B-478E-A665-D149AD115B6E}" type="sibTrans" cxnId="{85735E88-70F6-4513-92A4-6EBA2BFF8F6D}">
      <dgm:prSet/>
      <dgm:spPr/>
      <dgm:t>
        <a:bodyPr/>
        <a:lstStyle/>
        <a:p>
          <a:endParaRPr lang="en-US"/>
        </a:p>
      </dgm:t>
    </dgm:pt>
    <dgm:pt modelId="{B79EA425-41E8-41B8-88CB-FD26083953E7}">
      <dgm:prSet/>
      <dgm:spPr/>
      <dgm:t>
        <a:bodyPr/>
        <a:lstStyle/>
        <a:p>
          <a:r>
            <a:rPr lang="en-US" b="1" i="0"/>
            <a:t>Future Work:</a:t>
          </a:r>
          <a:endParaRPr lang="en-US"/>
        </a:p>
      </dgm:t>
    </dgm:pt>
    <dgm:pt modelId="{CC28D69D-3A74-4C37-ACDB-CDD0C2C51041}" type="parTrans" cxnId="{8B936C14-9F51-4E23-9CEB-32A1A03CCF7F}">
      <dgm:prSet/>
      <dgm:spPr/>
      <dgm:t>
        <a:bodyPr/>
        <a:lstStyle/>
        <a:p>
          <a:endParaRPr lang="en-US"/>
        </a:p>
      </dgm:t>
    </dgm:pt>
    <dgm:pt modelId="{5A4426AD-D36D-4722-891B-5E5CE8D5019A}" type="sibTrans" cxnId="{8B936C14-9F51-4E23-9CEB-32A1A03CCF7F}">
      <dgm:prSet/>
      <dgm:spPr/>
      <dgm:t>
        <a:bodyPr/>
        <a:lstStyle/>
        <a:p>
          <a:endParaRPr lang="en-US"/>
        </a:p>
      </dgm:t>
    </dgm:pt>
    <dgm:pt modelId="{3BD9344E-6C86-478E-B370-B95463F4685F}">
      <dgm:prSet/>
      <dgm:spPr/>
      <dgm:t>
        <a:bodyPr/>
        <a:lstStyle/>
        <a:p>
          <a:r>
            <a:rPr lang="en-US" b="0" i="0"/>
            <a:t>Incorporate real-time data for dynamic forecasting.</a:t>
          </a:r>
          <a:endParaRPr lang="en-US"/>
        </a:p>
      </dgm:t>
    </dgm:pt>
    <dgm:pt modelId="{812C67A7-552F-4A37-B9F3-7575A74BF9C7}" type="parTrans" cxnId="{BF3AD655-E625-4603-8ADF-EBD296083ACD}">
      <dgm:prSet/>
      <dgm:spPr/>
      <dgm:t>
        <a:bodyPr/>
        <a:lstStyle/>
        <a:p>
          <a:endParaRPr lang="en-US"/>
        </a:p>
      </dgm:t>
    </dgm:pt>
    <dgm:pt modelId="{BFB1C9AC-84D7-4A0B-83D6-E7AC502FB4DD}" type="sibTrans" cxnId="{BF3AD655-E625-4603-8ADF-EBD296083ACD}">
      <dgm:prSet/>
      <dgm:spPr/>
      <dgm:t>
        <a:bodyPr/>
        <a:lstStyle/>
        <a:p>
          <a:endParaRPr lang="en-US"/>
        </a:p>
      </dgm:t>
    </dgm:pt>
    <dgm:pt modelId="{BD789644-3D60-411C-9479-0EB6AB32D1EE}" type="pres">
      <dgm:prSet presAssocID="{EAE9E4D7-C22E-4869-A8F9-93C3F526FE8F}" presName="linear" presStyleCnt="0">
        <dgm:presLayoutVars>
          <dgm:dir/>
          <dgm:animLvl val="lvl"/>
          <dgm:resizeHandles val="exact"/>
        </dgm:presLayoutVars>
      </dgm:prSet>
      <dgm:spPr/>
    </dgm:pt>
    <dgm:pt modelId="{93E725C9-34EF-496A-8D91-48C806438F4C}" type="pres">
      <dgm:prSet presAssocID="{86EB8E3A-0C31-4AE9-88B9-D95E688FF924}" presName="parentLin" presStyleCnt="0"/>
      <dgm:spPr/>
    </dgm:pt>
    <dgm:pt modelId="{CFB396DB-1B23-4D74-8AA6-84462597E2CC}" type="pres">
      <dgm:prSet presAssocID="{86EB8E3A-0C31-4AE9-88B9-D95E688FF924}" presName="parentLeftMargin" presStyleLbl="node1" presStyleIdx="0" presStyleCnt="3"/>
      <dgm:spPr/>
    </dgm:pt>
    <dgm:pt modelId="{72EFD15B-09D9-4992-97A7-E4BC1C12A803}" type="pres">
      <dgm:prSet presAssocID="{86EB8E3A-0C31-4AE9-88B9-D95E688FF92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1DD7F70-1672-4A78-8EB6-0F56AADF9541}" type="pres">
      <dgm:prSet presAssocID="{86EB8E3A-0C31-4AE9-88B9-D95E688FF924}" presName="negativeSpace" presStyleCnt="0"/>
      <dgm:spPr/>
    </dgm:pt>
    <dgm:pt modelId="{48CD5126-C424-4D6F-B2E8-0A82B96DDFBF}" type="pres">
      <dgm:prSet presAssocID="{86EB8E3A-0C31-4AE9-88B9-D95E688FF924}" presName="childText" presStyleLbl="conFgAcc1" presStyleIdx="0" presStyleCnt="3">
        <dgm:presLayoutVars>
          <dgm:bulletEnabled val="1"/>
        </dgm:presLayoutVars>
      </dgm:prSet>
      <dgm:spPr/>
    </dgm:pt>
    <dgm:pt modelId="{444FC805-2BB4-47E3-B743-2792D98C9ED7}" type="pres">
      <dgm:prSet presAssocID="{C3B7FF9F-9CBF-484F-AD52-EFFD7E712AD7}" presName="spaceBetweenRectangles" presStyleCnt="0"/>
      <dgm:spPr/>
    </dgm:pt>
    <dgm:pt modelId="{32415839-2A24-42B5-9F0C-7938B1CBE9EA}" type="pres">
      <dgm:prSet presAssocID="{93246172-17BA-4E20-970C-6F4D93EC60E6}" presName="parentLin" presStyleCnt="0"/>
      <dgm:spPr/>
    </dgm:pt>
    <dgm:pt modelId="{A9BD7238-A7B4-461C-A7EE-0D67478C6BFE}" type="pres">
      <dgm:prSet presAssocID="{93246172-17BA-4E20-970C-6F4D93EC60E6}" presName="parentLeftMargin" presStyleLbl="node1" presStyleIdx="0" presStyleCnt="3"/>
      <dgm:spPr/>
    </dgm:pt>
    <dgm:pt modelId="{8E91B33A-E739-421F-B4F9-87EDF9CE7DBE}" type="pres">
      <dgm:prSet presAssocID="{93246172-17BA-4E20-970C-6F4D93EC60E6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C61F324-3C11-415F-9BC5-91D797CCEC51}" type="pres">
      <dgm:prSet presAssocID="{93246172-17BA-4E20-970C-6F4D93EC60E6}" presName="negativeSpace" presStyleCnt="0"/>
      <dgm:spPr/>
    </dgm:pt>
    <dgm:pt modelId="{4733F301-5DED-4717-BB90-04CE5B25CFCB}" type="pres">
      <dgm:prSet presAssocID="{93246172-17BA-4E20-970C-6F4D93EC60E6}" presName="childText" presStyleLbl="conFgAcc1" presStyleIdx="1" presStyleCnt="3">
        <dgm:presLayoutVars>
          <dgm:bulletEnabled val="1"/>
        </dgm:presLayoutVars>
      </dgm:prSet>
      <dgm:spPr/>
    </dgm:pt>
    <dgm:pt modelId="{5DCAEBFC-1CAE-4FC1-96A2-6DCD6E4F5406}" type="pres">
      <dgm:prSet presAssocID="{5BCAE999-AA8B-40B5-8D6D-C52B4447692D}" presName="spaceBetweenRectangles" presStyleCnt="0"/>
      <dgm:spPr/>
    </dgm:pt>
    <dgm:pt modelId="{543FDA1E-CA18-4D3A-8B95-6CDD73D74915}" type="pres">
      <dgm:prSet presAssocID="{B79EA425-41E8-41B8-88CB-FD26083953E7}" presName="parentLin" presStyleCnt="0"/>
      <dgm:spPr/>
    </dgm:pt>
    <dgm:pt modelId="{3E17200E-BFC5-4D9A-B175-29671CDB91C9}" type="pres">
      <dgm:prSet presAssocID="{B79EA425-41E8-41B8-88CB-FD26083953E7}" presName="parentLeftMargin" presStyleLbl="node1" presStyleIdx="1" presStyleCnt="3"/>
      <dgm:spPr/>
    </dgm:pt>
    <dgm:pt modelId="{855509A6-C120-414C-B3AC-92273A736412}" type="pres">
      <dgm:prSet presAssocID="{B79EA425-41E8-41B8-88CB-FD26083953E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E4B9F03-689C-4FC7-A50A-30BAD8775AA1}" type="pres">
      <dgm:prSet presAssocID="{B79EA425-41E8-41B8-88CB-FD26083953E7}" presName="negativeSpace" presStyleCnt="0"/>
      <dgm:spPr/>
    </dgm:pt>
    <dgm:pt modelId="{43BC483C-0EDD-4444-ADFC-AC05EC8EA6F9}" type="pres">
      <dgm:prSet presAssocID="{B79EA425-41E8-41B8-88CB-FD26083953E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4301E0F-1258-4247-948A-B35A5EF0DDD2}" srcId="{86EB8E3A-0C31-4AE9-88B9-D95E688FF924}" destId="{C067C279-4456-48D7-B3E6-8D7F19501C4E}" srcOrd="0" destOrd="0" parTransId="{8FA717A7-5138-44A4-BEDA-2F8D58B71641}" sibTransId="{AA97485D-61DE-43E4-A95E-16BF4DD613B3}"/>
    <dgm:cxn modelId="{1D655611-6949-490D-8217-D471855267E5}" type="presOf" srcId="{93246172-17BA-4E20-970C-6F4D93EC60E6}" destId="{8E91B33A-E739-421F-B4F9-87EDF9CE7DBE}" srcOrd="1" destOrd="0" presId="urn:microsoft.com/office/officeart/2005/8/layout/list1"/>
    <dgm:cxn modelId="{8B936C14-9F51-4E23-9CEB-32A1A03CCF7F}" srcId="{EAE9E4D7-C22E-4869-A8F9-93C3F526FE8F}" destId="{B79EA425-41E8-41B8-88CB-FD26083953E7}" srcOrd="2" destOrd="0" parTransId="{CC28D69D-3A74-4C37-ACDB-CDD0C2C51041}" sibTransId="{5A4426AD-D36D-4722-891B-5E5CE8D5019A}"/>
    <dgm:cxn modelId="{22331626-FB80-4563-A017-8A91DF7FC01D}" type="presOf" srcId="{C067C279-4456-48D7-B3E6-8D7F19501C4E}" destId="{48CD5126-C424-4D6F-B2E8-0A82B96DDFBF}" srcOrd="0" destOrd="0" presId="urn:microsoft.com/office/officeart/2005/8/layout/list1"/>
    <dgm:cxn modelId="{2C23FB38-7E2D-4D15-83B8-B75EE30A9A24}" type="presOf" srcId="{86EB8E3A-0C31-4AE9-88B9-D95E688FF924}" destId="{CFB396DB-1B23-4D74-8AA6-84462597E2CC}" srcOrd="0" destOrd="0" presId="urn:microsoft.com/office/officeart/2005/8/layout/list1"/>
    <dgm:cxn modelId="{41194851-B86E-4C88-8FB4-3F8E6EB44A87}" type="presOf" srcId="{355A78DD-B136-4534-92E6-8210C61EFCDB}" destId="{4733F301-5DED-4717-BB90-04CE5B25CFCB}" srcOrd="0" destOrd="0" presId="urn:microsoft.com/office/officeart/2005/8/layout/list1"/>
    <dgm:cxn modelId="{BF3AD655-E625-4603-8ADF-EBD296083ACD}" srcId="{B79EA425-41E8-41B8-88CB-FD26083953E7}" destId="{3BD9344E-6C86-478E-B370-B95463F4685F}" srcOrd="0" destOrd="0" parTransId="{812C67A7-552F-4A37-B9F3-7575A74BF9C7}" sibTransId="{BFB1C9AC-84D7-4A0B-83D6-E7AC502FB4DD}"/>
    <dgm:cxn modelId="{85735E88-70F6-4513-92A4-6EBA2BFF8F6D}" srcId="{93246172-17BA-4E20-970C-6F4D93EC60E6}" destId="{B3E89751-E11D-46A6-93C9-C0B26404C394}" srcOrd="1" destOrd="0" parTransId="{7C12C993-2644-4823-9443-2AEBE27559B9}" sibTransId="{921F998D-2F2B-478E-A665-D149AD115B6E}"/>
    <dgm:cxn modelId="{9AD6BA94-929C-4C90-902D-80B956A309D1}" type="presOf" srcId="{86EB8E3A-0C31-4AE9-88B9-D95E688FF924}" destId="{72EFD15B-09D9-4992-97A7-E4BC1C12A803}" srcOrd="1" destOrd="0" presId="urn:microsoft.com/office/officeart/2005/8/layout/list1"/>
    <dgm:cxn modelId="{C2E4F194-D7C9-4AB9-B6D7-8780BD2E4E78}" type="presOf" srcId="{93246172-17BA-4E20-970C-6F4D93EC60E6}" destId="{A9BD7238-A7B4-461C-A7EE-0D67478C6BFE}" srcOrd="0" destOrd="0" presId="urn:microsoft.com/office/officeart/2005/8/layout/list1"/>
    <dgm:cxn modelId="{0DCE6296-6110-431B-A8A6-EF8C3E720294}" srcId="{93246172-17BA-4E20-970C-6F4D93EC60E6}" destId="{355A78DD-B136-4534-92E6-8210C61EFCDB}" srcOrd="0" destOrd="0" parTransId="{904464C0-7EDD-447D-A09E-C037B9005C36}" sibTransId="{6EDF515C-3F9C-4E02-AD58-B70A080DB752}"/>
    <dgm:cxn modelId="{359844A8-D480-44FC-89E5-908B6BFDF656}" srcId="{EAE9E4D7-C22E-4869-A8F9-93C3F526FE8F}" destId="{93246172-17BA-4E20-970C-6F4D93EC60E6}" srcOrd="1" destOrd="0" parTransId="{C6E157A8-4D3C-481E-A59C-644A1945FE9E}" sibTransId="{5BCAE999-AA8B-40B5-8D6D-C52B4447692D}"/>
    <dgm:cxn modelId="{EC9DF6A9-DEA2-4770-9299-90050F7556D2}" type="presOf" srcId="{EAE9E4D7-C22E-4869-A8F9-93C3F526FE8F}" destId="{BD789644-3D60-411C-9479-0EB6AB32D1EE}" srcOrd="0" destOrd="0" presId="urn:microsoft.com/office/officeart/2005/8/layout/list1"/>
    <dgm:cxn modelId="{E4C8F2B2-52F1-4793-8D0F-7E315D8CF086}" type="presOf" srcId="{B3E89751-E11D-46A6-93C9-C0B26404C394}" destId="{4733F301-5DED-4717-BB90-04CE5B25CFCB}" srcOrd="0" destOrd="1" presId="urn:microsoft.com/office/officeart/2005/8/layout/list1"/>
    <dgm:cxn modelId="{948530B9-533E-4DF1-89DF-8CB6139BD8BD}" type="presOf" srcId="{3BD9344E-6C86-478E-B370-B95463F4685F}" destId="{43BC483C-0EDD-4444-ADFC-AC05EC8EA6F9}" srcOrd="0" destOrd="0" presId="urn:microsoft.com/office/officeart/2005/8/layout/list1"/>
    <dgm:cxn modelId="{0F0761E3-D3F0-491D-AC18-08C9B9A63ACC}" type="presOf" srcId="{B79EA425-41E8-41B8-88CB-FD26083953E7}" destId="{855509A6-C120-414C-B3AC-92273A736412}" srcOrd="1" destOrd="0" presId="urn:microsoft.com/office/officeart/2005/8/layout/list1"/>
    <dgm:cxn modelId="{C7E53EF8-A313-4171-910C-EAADD15FD5F1}" srcId="{EAE9E4D7-C22E-4869-A8F9-93C3F526FE8F}" destId="{86EB8E3A-0C31-4AE9-88B9-D95E688FF924}" srcOrd="0" destOrd="0" parTransId="{119BE8B9-C863-4A5D-8F68-61C3F2B1E6CD}" sibTransId="{C3B7FF9F-9CBF-484F-AD52-EFFD7E712AD7}"/>
    <dgm:cxn modelId="{B79D85F9-57D1-4FB5-AF52-D1110B5540CD}" type="presOf" srcId="{B79EA425-41E8-41B8-88CB-FD26083953E7}" destId="{3E17200E-BFC5-4D9A-B175-29671CDB91C9}" srcOrd="0" destOrd="0" presId="urn:microsoft.com/office/officeart/2005/8/layout/list1"/>
    <dgm:cxn modelId="{051868AA-49E3-428C-BA8C-172E34012F23}" type="presParOf" srcId="{BD789644-3D60-411C-9479-0EB6AB32D1EE}" destId="{93E725C9-34EF-496A-8D91-48C806438F4C}" srcOrd="0" destOrd="0" presId="urn:microsoft.com/office/officeart/2005/8/layout/list1"/>
    <dgm:cxn modelId="{DD83E047-9E6C-4AF2-8DF4-4647F4F5EC3B}" type="presParOf" srcId="{93E725C9-34EF-496A-8D91-48C806438F4C}" destId="{CFB396DB-1B23-4D74-8AA6-84462597E2CC}" srcOrd="0" destOrd="0" presId="urn:microsoft.com/office/officeart/2005/8/layout/list1"/>
    <dgm:cxn modelId="{0B0F6439-877F-4243-87EA-4F8B887A5998}" type="presParOf" srcId="{93E725C9-34EF-496A-8D91-48C806438F4C}" destId="{72EFD15B-09D9-4992-97A7-E4BC1C12A803}" srcOrd="1" destOrd="0" presId="urn:microsoft.com/office/officeart/2005/8/layout/list1"/>
    <dgm:cxn modelId="{E6BADDCF-17C3-4DEE-B1B9-8EFD010E79FA}" type="presParOf" srcId="{BD789644-3D60-411C-9479-0EB6AB32D1EE}" destId="{01DD7F70-1672-4A78-8EB6-0F56AADF9541}" srcOrd="1" destOrd="0" presId="urn:microsoft.com/office/officeart/2005/8/layout/list1"/>
    <dgm:cxn modelId="{14B52CA1-B7D0-4CAB-95A7-A9B4D3559EA2}" type="presParOf" srcId="{BD789644-3D60-411C-9479-0EB6AB32D1EE}" destId="{48CD5126-C424-4D6F-B2E8-0A82B96DDFBF}" srcOrd="2" destOrd="0" presId="urn:microsoft.com/office/officeart/2005/8/layout/list1"/>
    <dgm:cxn modelId="{447AF58C-7951-48C1-B4DE-03E3DFA4296F}" type="presParOf" srcId="{BD789644-3D60-411C-9479-0EB6AB32D1EE}" destId="{444FC805-2BB4-47E3-B743-2792D98C9ED7}" srcOrd="3" destOrd="0" presId="urn:microsoft.com/office/officeart/2005/8/layout/list1"/>
    <dgm:cxn modelId="{93F44F32-2922-430A-8B58-9664BDFED320}" type="presParOf" srcId="{BD789644-3D60-411C-9479-0EB6AB32D1EE}" destId="{32415839-2A24-42B5-9F0C-7938B1CBE9EA}" srcOrd="4" destOrd="0" presId="urn:microsoft.com/office/officeart/2005/8/layout/list1"/>
    <dgm:cxn modelId="{9B88E3C5-AEA6-4C69-99B3-008FD0C2EA6B}" type="presParOf" srcId="{32415839-2A24-42B5-9F0C-7938B1CBE9EA}" destId="{A9BD7238-A7B4-461C-A7EE-0D67478C6BFE}" srcOrd="0" destOrd="0" presId="urn:microsoft.com/office/officeart/2005/8/layout/list1"/>
    <dgm:cxn modelId="{6728C835-7360-43C9-8566-0279CAA1DB48}" type="presParOf" srcId="{32415839-2A24-42B5-9F0C-7938B1CBE9EA}" destId="{8E91B33A-E739-421F-B4F9-87EDF9CE7DBE}" srcOrd="1" destOrd="0" presId="urn:microsoft.com/office/officeart/2005/8/layout/list1"/>
    <dgm:cxn modelId="{33EB1BDF-A474-4503-A625-FE066007F0E9}" type="presParOf" srcId="{BD789644-3D60-411C-9479-0EB6AB32D1EE}" destId="{BC61F324-3C11-415F-9BC5-91D797CCEC51}" srcOrd="5" destOrd="0" presId="urn:microsoft.com/office/officeart/2005/8/layout/list1"/>
    <dgm:cxn modelId="{D9949814-9EDC-4987-BEE8-2BF37289AAB8}" type="presParOf" srcId="{BD789644-3D60-411C-9479-0EB6AB32D1EE}" destId="{4733F301-5DED-4717-BB90-04CE5B25CFCB}" srcOrd="6" destOrd="0" presId="urn:microsoft.com/office/officeart/2005/8/layout/list1"/>
    <dgm:cxn modelId="{53D3EF30-8C37-49C0-9A70-1E3C220D702B}" type="presParOf" srcId="{BD789644-3D60-411C-9479-0EB6AB32D1EE}" destId="{5DCAEBFC-1CAE-4FC1-96A2-6DCD6E4F5406}" srcOrd="7" destOrd="0" presId="urn:microsoft.com/office/officeart/2005/8/layout/list1"/>
    <dgm:cxn modelId="{04EAD06D-ACDC-40A0-9C25-B45CBE8A4ED9}" type="presParOf" srcId="{BD789644-3D60-411C-9479-0EB6AB32D1EE}" destId="{543FDA1E-CA18-4D3A-8B95-6CDD73D74915}" srcOrd="8" destOrd="0" presId="urn:microsoft.com/office/officeart/2005/8/layout/list1"/>
    <dgm:cxn modelId="{26FC354E-BCF6-447A-9C0F-00593E7D2DFA}" type="presParOf" srcId="{543FDA1E-CA18-4D3A-8B95-6CDD73D74915}" destId="{3E17200E-BFC5-4D9A-B175-29671CDB91C9}" srcOrd="0" destOrd="0" presId="urn:microsoft.com/office/officeart/2005/8/layout/list1"/>
    <dgm:cxn modelId="{207671B9-4ABD-4C46-83F2-E1AD32342A2E}" type="presParOf" srcId="{543FDA1E-CA18-4D3A-8B95-6CDD73D74915}" destId="{855509A6-C120-414C-B3AC-92273A736412}" srcOrd="1" destOrd="0" presId="urn:microsoft.com/office/officeart/2005/8/layout/list1"/>
    <dgm:cxn modelId="{1D3F3AB2-B392-46D3-AE2F-86C5817F9F09}" type="presParOf" srcId="{BD789644-3D60-411C-9479-0EB6AB32D1EE}" destId="{AE4B9F03-689C-4FC7-A50A-30BAD8775AA1}" srcOrd="9" destOrd="0" presId="urn:microsoft.com/office/officeart/2005/8/layout/list1"/>
    <dgm:cxn modelId="{54BFEFBE-B700-4367-B8FF-33AADFC740B8}" type="presParOf" srcId="{BD789644-3D60-411C-9479-0EB6AB32D1EE}" destId="{43BC483C-0EDD-4444-ADFC-AC05EC8EA6F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98F7D-D181-4656-94B8-9B3D3FA845A6}">
      <dsp:nvSpPr>
        <dsp:cNvPr id="0" name=""/>
        <dsp:cNvSpPr/>
      </dsp:nvSpPr>
      <dsp:spPr>
        <a:xfrm>
          <a:off x="0" y="0"/>
          <a:ext cx="4296638" cy="4296638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771374-7EC2-4059-B2CF-6EE3AC2B80BF}">
      <dsp:nvSpPr>
        <dsp:cNvPr id="0" name=""/>
        <dsp:cNvSpPr/>
      </dsp:nvSpPr>
      <dsp:spPr>
        <a:xfrm>
          <a:off x="2148319" y="0"/>
          <a:ext cx="7767207" cy="4296638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b="1" kern="1200" dirty="0">
              <a:latin typeface="+mj-lt"/>
            </a:rPr>
            <a:t>Why This Project?</a:t>
          </a:r>
        </a:p>
      </dsp:txBody>
      <dsp:txXfrm>
        <a:off x="2148319" y="0"/>
        <a:ext cx="3883603" cy="1288994"/>
      </dsp:txXfrm>
    </dsp:sp>
    <dsp:sp modelId="{540D1360-CAF7-459B-BA71-8FFA3362E293}">
      <dsp:nvSpPr>
        <dsp:cNvPr id="0" name=""/>
        <dsp:cNvSpPr/>
      </dsp:nvSpPr>
      <dsp:spPr>
        <a:xfrm>
          <a:off x="751913" y="1288994"/>
          <a:ext cx="2792811" cy="2792811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5514D-9B60-4181-892F-25DC1C43D02B}">
      <dsp:nvSpPr>
        <dsp:cNvPr id="0" name=""/>
        <dsp:cNvSpPr/>
      </dsp:nvSpPr>
      <dsp:spPr>
        <a:xfrm>
          <a:off x="2148319" y="1288994"/>
          <a:ext cx="7767207" cy="2792811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b="1" kern="1200" dirty="0">
              <a:latin typeface="+mj-lt"/>
            </a:rPr>
            <a:t>Challenges</a:t>
          </a:r>
        </a:p>
      </dsp:txBody>
      <dsp:txXfrm>
        <a:off x="2148319" y="1288994"/>
        <a:ext cx="3883603" cy="1288989"/>
      </dsp:txXfrm>
    </dsp:sp>
    <dsp:sp modelId="{42E4564C-0503-44AA-B396-D3DCB59460AA}">
      <dsp:nvSpPr>
        <dsp:cNvPr id="0" name=""/>
        <dsp:cNvSpPr/>
      </dsp:nvSpPr>
      <dsp:spPr>
        <a:xfrm>
          <a:off x="1503823" y="2577984"/>
          <a:ext cx="1288990" cy="1288990"/>
        </a:xfrm>
        <a:prstGeom prst="pie">
          <a:avLst>
            <a:gd name="adj1" fmla="val 5400000"/>
            <a:gd name="adj2" fmla="val 162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22DC8-44A5-4B8C-B700-8DEA4B94C6F9}">
      <dsp:nvSpPr>
        <dsp:cNvPr id="0" name=""/>
        <dsp:cNvSpPr/>
      </dsp:nvSpPr>
      <dsp:spPr>
        <a:xfrm>
          <a:off x="2148319" y="2577984"/>
          <a:ext cx="7767207" cy="128899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b="1" kern="1200" dirty="0">
              <a:latin typeface="+mj-lt"/>
            </a:rPr>
            <a:t>Solution</a:t>
          </a:r>
        </a:p>
      </dsp:txBody>
      <dsp:txXfrm>
        <a:off x="2148319" y="2577984"/>
        <a:ext cx="3883603" cy="1288990"/>
      </dsp:txXfrm>
    </dsp:sp>
    <dsp:sp modelId="{C4C33E80-95A7-46BD-B911-DA8F55BE30B1}">
      <dsp:nvSpPr>
        <dsp:cNvPr id="0" name=""/>
        <dsp:cNvSpPr/>
      </dsp:nvSpPr>
      <dsp:spPr>
        <a:xfrm>
          <a:off x="6031922" y="0"/>
          <a:ext cx="3883603" cy="128899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Solar energy is a key renewable energy source.</a:t>
          </a:r>
          <a:endParaRPr lang="en-IN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Forecasting helps reduce costs and improve energy reliability.</a:t>
          </a:r>
          <a:endParaRPr lang="en-IN" sz="1900" kern="1200" dirty="0"/>
        </a:p>
      </dsp:txBody>
      <dsp:txXfrm>
        <a:off x="6031922" y="0"/>
        <a:ext cx="3883603" cy="1288994"/>
      </dsp:txXfrm>
    </dsp:sp>
    <dsp:sp modelId="{D1C3BD87-DB34-4C56-9C94-FE136867B37D}">
      <dsp:nvSpPr>
        <dsp:cNvPr id="0" name=""/>
        <dsp:cNvSpPr/>
      </dsp:nvSpPr>
      <dsp:spPr>
        <a:xfrm>
          <a:off x="6031922" y="1288994"/>
          <a:ext cx="3883603" cy="1288989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Variability in weather conditions affects solar energy production.</a:t>
          </a:r>
          <a:endParaRPr lang="en-IN" sz="1900" kern="1200" dirty="0"/>
        </a:p>
      </dsp:txBody>
      <dsp:txXfrm>
        <a:off x="6031922" y="1288994"/>
        <a:ext cx="3883603" cy="1288989"/>
      </dsp:txXfrm>
    </dsp:sp>
    <dsp:sp modelId="{3386A8F0-F6AA-4B90-A0B8-30943921B2BE}">
      <dsp:nvSpPr>
        <dsp:cNvPr id="0" name=""/>
        <dsp:cNvSpPr/>
      </dsp:nvSpPr>
      <dsp:spPr>
        <a:xfrm>
          <a:off x="6031922" y="2577984"/>
          <a:ext cx="3883603" cy="128899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Machine learning models can learn patterns from historical data to make accurate </a:t>
          </a:r>
          <a:r>
            <a:rPr lang="en-IN" sz="1900" kern="1200" dirty="0"/>
            <a:t>predictions.</a:t>
          </a:r>
        </a:p>
      </dsp:txBody>
      <dsp:txXfrm>
        <a:off x="6031922" y="2577984"/>
        <a:ext cx="3883603" cy="12889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32BA9-A84C-4349-92C2-24AFCC867D64}">
      <dsp:nvSpPr>
        <dsp:cNvPr id="0" name=""/>
        <dsp:cNvSpPr/>
      </dsp:nvSpPr>
      <dsp:spPr>
        <a:xfrm>
          <a:off x="0" y="1808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84585D-5186-4DD1-9EEC-09AD5F899063}">
      <dsp:nvSpPr>
        <dsp:cNvPr id="0" name=""/>
        <dsp:cNvSpPr/>
      </dsp:nvSpPr>
      <dsp:spPr>
        <a:xfrm>
          <a:off x="233059" y="175158"/>
          <a:ext cx="423745" cy="42374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A92029-4D6C-4157-A6C1-3F7BA44773FF}">
      <dsp:nvSpPr>
        <dsp:cNvPr id="0" name=""/>
        <dsp:cNvSpPr/>
      </dsp:nvSpPr>
      <dsp:spPr>
        <a:xfrm>
          <a:off x="889864" y="1808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Week 1-2:</a:t>
          </a:r>
          <a:r>
            <a:rPr lang="en-US" sz="1900" kern="1200"/>
            <a:t> Literature review &amp; dataset exploration</a:t>
          </a:r>
        </a:p>
      </dsp:txBody>
      <dsp:txXfrm>
        <a:off x="889864" y="1808"/>
        <a:ext cx="5355400" cy="770445"/>
      </dsp:txXfrm>
    </dsp:sp>
    <dsp:sp modelId="{5EA2709A-A0E2-4002-93F6-2DF0DC92F800}">
      <dsp:nvSpPr>
        <dsp:cNvPr id="0" name=""/>
        <dsp:cNvSpPr/>
      </dsp:nvSpPr>
      <dsp:spPr>
        <a:xfrm>
          <a:off x="0" y="964865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A4A7-1C28-426E-A42C-E8A1ABE63F37}">
      <dsp:nvSpPr>
        <dsp:cNvPr id="0" name=""/>
        <dsp:cNvSpPr/>
      </dsp:nvSpPr>
      <dsp:spPr>
        <a:xfrm>
          <a:off x="233059" y="1138215"/>
          <a:ext cx="423745" cy="42374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4A46B1-5029-4EE5-B6DE-EF8CCC96C15A}">
      <dsp:nvSpPr>
        <dsp:cNvPr id="0" name=""/>
        <dsp:cNvSpPr/>
      </dsp:nvSpPr>
      <dsp:spPr>
        <a:xfrm>
          <a:off x="889864" y="964865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Week 3-4:</a:t>
          </a:r>
          <a:r>
            <a:rPr lang="en-US" sz="1900" kern="1200" dirty="0"/>
            <a:t> Data cleaning &amp; preprocessing</a:t>
          </a:r>
        </a:p>
      </dsp:txBody>
      <dsp:txXfrm>
        <a:off x="889864" y="964865"/>
        <a:ext cx="5355400" cy="770445"/>
      </dsp:txXfrm>
    </dsp:sp>
    <dsp:sp modelId="{2A51ABDA-BABE-4349-8CF1-7179739B0D65}">
      <dsp:nvSpPr>
        <dsp:cNvPr id="0" name=""/>
        <dsp:cNvSpPr/>
      </dsp:nvSpPr>
      <dsp:spPr>
        <a:xfrm>
          <a:off x="0" y="1927922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DE1C28-974D-4D52-BBE9-46CC595A249B}">
      <dsp:nvSpPr>
        <dsp:cNvPr id="0" name=""/>
        <dsp:cNvSpPr/>
      </dsp:nvSpPr>
      <dsp:spPr>
        <a:xfrm>
          <a:off x="233059" y="2101272"/>
          <a:ext cx="423745" cy="42374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08B3F7-38F7-494A-B637-E0C12C8B2533}">
      <dsp:nvSpPr>
        <dsp:cNvPr id="0" name=""/>
        <dsp:cNvSpPr/>
      </dsp:nvSpPr>
      <dsp:spPr>
        <a:xfrm>
          <a:off x="889864" y="1927922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Week 5-6:</a:t>
          </a:r>
          <a:r>
            <a:rPr lang="en-US" sz="1900" kern="1200"/>
            <a:t> Model selection &amp; initial training</a:t>
          </a:r>
        </a:p>
      </dsp:txBody>
      <dsp:txXfrm>
        <a:off x="889864" y="1927922"/>
        <a:ext cx="5355400" cy="770445"/>
      </dsp:txXfrm>
    </dsp:sp>
    <dsp:sp modelId="{6AA6E7AF-1D75-4DC3-813F-033CF808E97E}">
      <dsp:nvSpPr>
        <dsp:cNvPr id="0" name=""/>
        <dsp:cNvSpPr/>
      </dsp:nvSpPr>
      <dsp:spPr>
        <a:xfrm>
          <a:off x="0" y="2890979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ED485C-D48B-4814-B66C-F6D939F25C68}">
      <dsp:nvSpPr>
        <dsp:cNvPr id="0" name=""/>
        <dsp:cNvSpPr/>
      </dsp:nvSpPr>
      <dsp:spPr>
        <a:xfrm>
          <a:off x="233059" y="3064329"/>
          <a:ext cx="423745" cy="42374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A8BA1A-C5F7-4B83-B4BC-9621CFB59F5F}">
      <dsp:nvSpPr>
        <dsp:cNvPr id="0" name=""/>
        <dsp:cNvSpPr/>
      </dsp:nvSpPr>
      <dsp:spPr>
        <a:xfrm>
          <a:off x="889864" y="2890979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Week 7-8:</a:t>
          </a:r>
          <a:r>
            <a:rPr lang="en-US" sz="1900" kern="1200"/>
            <a:t> Model tuning &amp; validation</a:t>
          </a:r>
        </a:p>
      </dsp:txBody>
      <dsp:txXfrm>
        <a:off x="889864" y="2890979"/>
        <a:ext cx="5355400" cy="770445"/>
      </dsp:txXfrm>
    </dsp:sp>
    <dsp:sp modelId="{4E5E067C-867B-4EA5-80C1-F6E4B3B190BA}">
      <dsp:nvSpPr>
        <dsp:cNvPr id="0" name=""/>
        <dsp:cNvSpPr/>
      </dsp:nvSpPr>
      <dsp:spPr>
        <a:xfrm>
          <a:off x="0" y="3854036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A59697-D1BC-4868-B5C1-CD1E45DF2521}">
      <dsp:nvSpPr>
        <dsp:cNvPr id="0" name=""/>
        <dsp:cNvSpPr/>
      </dsp:nvSpPr>
      <dsp:spPr>
        <a:xfrm>
          <a:off x="233059" y="4027386"/>
          <a:ext cx="423745" cy="42374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772268-DE05-42FE-A737-DC56BBA64468}">
      <dsp:nvSpPr>
        <dsp:cNvPr id="0" name=""/>
        <dsp:cNvSpPr/>
      </dsp:nvSpPr>
      <dsp:spPr>
        <a:xfrm>
          <a:off x="889864" y="3854036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Week 9-10:</a:t>
          </a:r>
          <a:r>
            <a:rPr lang="en-US" sz="1900" kern="1200"/>
            <a:t> Results analysis &amp; report writing</a:t>
          </a:r>
        </a:p>
      </dsp:txBody>
      <dsp:txXfrm>
        <a:off x="889864" y="3854036"/>
        <a:ext cx="5355400" cy="770445"/>
      </dsp:txXfrm>
    </dsp:sp>
    <dsp:sp modelId="{FCB2944A-6DAA-451E-A7F9-351D2F689698}">
      <dsp:nvSpPr>
        <dsp:cNvPr id="0" name=""/>
        <dsp:cNvSpPr/>
      </dsp:nvSpPr>
      <dsp:spPr>
        <a:xfrm>
          <a:off x="0" y="4817093"/>
          <a:ext cx="6245265" cy="7704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B5C3EB-AE30-4883-A55B-CB0CF0AADA36}">
      <dsp:nvSpPr>
        <dsp:cNvPr id="0" name=""/>
        <dsp:cNvSpPr/>
      </dsp:nvSpPr>
      <dsp:spPr>
        <a:xfrm>
          <a:off x="233059" y="4990443"/>
          <a:ext cx="423745" cy="42374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8A3C5F-F7FE-467E-8AEA-F8F65620A5C3}">
      <dsp:nvSpPr>
        <dsp:cNvPr id="0" name=""/>
        <dsp:cNvSpPr/>
      </dsp:nvSpPr>
      <dsp:spPr>
        <a:xfrm>
          <a:off x="889864" y="4817093"/>
          <a:ext cx="5355400" cy="7704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39" tIns="81539" rIns="81539" bIns="8153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Week 11:</a:t>
          </a:r>
          <a:r>
            <a:rPr lang="en-US" sz="1900" kern="1200"/>
            <a:t> Final submission &amp; GitHub updates</a:t>
          </a:r>
        </a:p>
      </dsp:txBody>
      <dsp:txXfrm>
        <a:off x="889864" y="4817093"/>
        <a:ext cx="5355400" cy="7704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CD4C9D-7F7F-4772-A5C4-5505DE13908A}">
      <dsp:nvSpPr>
        <dsp:cNvPr id="0" name=""/>
        <dsp:cNvSpPr/>
      </dsp:nvSpPr>
      <dsp:spPr>
        <a:xfrm>
          <a:off x="189082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413A79-7DFC-43F2-9606-EBFBC2EE6936}">
      <dsp:nvSpPr>
        <dsp:cNvPr id="0" name=""/>
        <dsp:cNvSpPr/>
      </dsp:nvSpPr>
      <dsp:spPr>
        <a:xfrm>
          <a:off x="467104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D2E61B-E3E7-4759-BDBA-0CF2AD0BCCFC}">
      <dsp:nvSpPr>
        <dsp:cNvPr id="0" name=""/>
        <dsp:cNvSpPr/>
      </dsp:nvSpPr>
      <dsp:spPr>
        <a:xfrm>
          <a:off x="1796691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Dataset</a:t>
          </a:r>
          <a:r>
            <a:rPr lang="en-US" sz="2100" b="1" i="0" kern="1200" baseline="0" dirty="0"/>
            <a:t>:</a:t>
          </a:r>
          <a:r>
            <a:rPr lang="en-US" sz="2100" b="0" i="0" kern="1200" baseline="0" dirty="0"/>
            <a:t> Solar Power Generation Data (Kaggle)</a:t>
          </a:r>
          <a:endParaRPr lang="en-US" sz="2100" kern="1200" dirty="0"/>
        </a:p>
      </dsp:txBody>
      <dsp:txXfrm>
        <a:off x="1796691" y="8195"/>
        <a:ext cx="3120653" cy="1323913"/>
      </dsp:txXfrm>
    </dsp:sp>
    <dsp:sp modelId="{79A5F67B-4E28-493F-AAEF-B102164B3D26}">
      <dsp:nvSpPr>
        <dsp:cNvPr id="0" name=""/>
        <dsp:cNvSpPr/>
      </dsp:nvSpPr>
      <dsp:spPr>
        <a:xfrm>
          <a:off x="5461095" y="8195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F38A8-B41A-4FD7-A470-6991ECF8C8E4}">
      <dsp:nvSpPr>
        <dsp:cNvPr id="0" name=""/>
        <dsp:cNvSpPr/>
      </dsp:nvSpPr>
      <dsp:spPr>
        <a:xfrm>
          <a:off x="5739116" y="286217"/>
          <a:ext cx="767869" cy="7678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4180D-1C82-4E2F-9942-E69B24AB3EEB}">
      <dsp:nvSpPr>
        <dsp:cNvPr id="0" name=""/>
        <dsp:cNvSpPr/>
      </dsp:nvSpPr>
      <dsp:spPr>
        <a:xfrm>
          <a:off x="7068704" y="8195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Source:</a:t>
          </a:r>
          <a:r>
            <a:rPr lang="en-US" sz="2100" b="0" i="0" kern="1200" baseline="0"/>
            <a:t> Kaggle Dataset</a:t>
          </a:r>
          <a:endParaRPr lang="en-US" sz="2100" kern="1200"/>
        </a:p>
      </dsp:txBody>
      <dsp:txXfrm>
        <a:off x="7068704" y="8195"/>
        <a:ext cx="3120653" cy="1323913"/>
      </dsp:txXfrm>
    </dsp:sp>
    <dsp:sp modelId="{1A39E7D0-CFB8-4505-9BEB-3DF84A639B12}">
      <dsp:nvSpPr>
        <dsp:cNvPr id="0" name=""/>
        <dsp:cNvSpPr/>
      </dsp:nvSpPr>
      <dsp:spPr>
        <a:xfrm>
          <a:off x="189082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E21EA-EA89-4AA3-93FC-E8452C647FC6}">
      <dsp:nvSpPr>
        <dsp:cNvPr id="0" name=""/>
        <dsp:cNvSpPr/>
      </dsp:nvSpPr>
      <dsp:spPr>
        <a:xfrm>
          <a:off x="467104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46B04-DE73-474D-A5E2-C09E4BA67A78}">
      <dsp:nvSpPr>
        <dsp:cNvPr id="0" name=""/>
        <dsp:cNvSpPr/>
      </dsp:nvSpPr>
      <dsp:spPr>
        <a:xfrm>
          <a:off x="1796691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Features:</a:t>
          </a:r>
          <a:r>
            <a:rPr lang="en-US" sz="2100" b="0" i="0" kern="1200" baseline="0"/>
            <a:t> Solar irradiance, temperature, humidity, wind speed, energy output</a:t>
          </a:r>
          <a:endParaRPr lang="en-US" sz="2100" kern="1200"/>
        </a:p>
      </dsp:txBody>
      <dsp:txXfrm>
        <a:off x="1796691" y="1877792"/>
        <a:ext cx="3120653" cy="1323913"/>
      </dsp:txXfrm>
    </dsp:sp>
    <dsp:sp modelId="{B0448C46-CBB6-4611-BB12-7080755FC914}">
      <dsp:nvSpPr>
        <dsp:cNvPr id="0" name=""/>
        <dsp:cNvSpPr/>
      </dsp:nvSpPr>
      <dsp:spPr>
        <a:xfrm>
          <a:off x="5461095" y="1877792"/>
          <a:ext cx="1323913" cy="1323913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246226-A62C-4E46-AFDB-03426D5B5A6D}">
      <dsp:nvSpPr>
        <dsp:cNvPr id="0" name=""/>
        <dsp:cNvSpPr/>
      </dsp:nvSpPr>
      <dsp:spPr>
        <a:xfrm>
          <a:off x="5739116" y="2155814"/>
          <a:ext cx="767869" cy="76786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BD50D-FDD2-4868-B0B0-40B79EAC842C}">
      <dsp:nvSpPr>
        <dsp:cNvPr id="0" name=""/>
        <dsp:cNvSpPr/>
      </dsp:nvSpPr>
      <dsp:spPr>
        <a:xfrm>
          <a:off x="7068704" y="1877792"/>
          <a:ext cx="3120653" cy="13239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Data Format:</a:t>
          </a:r>
          <a:r>
            <a:rPr lang="en-US" sz="2100" b="0" i="0" kern="1200" baseline="0" dirty="0"/>
            <a:t> CSV (Historical)</a:t>
          </a:r>
          <a:endParaRPr lang="en-US" sz="2100" kern="1200" dirty="0"/>
        </a:p>
      </dsp:txBody>
      <dsp:txXfrm>
        <a:off x="7068704" y="1877792"/>
        <a:ext cx="3120653" cy="13239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6DA2C6-FDD5-41E6-A75E-0DD9920DBC25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E40CBE-C862-40B6-BE68-4FFD77D2B30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AE701-091E-4BF7-86D5-D0E4956E1BC3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Data stored in </a:t>
          </a:r>
          <a:r>
            <a:rPr lang="en-US" sz="2200" b="1" i="0" kern="1200" baseline="0"/>
            <a:t>GitHub</a:t>
          </a:r>
          <a:r>
            <a:rPr lang="en-US" sz="2200" b="0" i="0" kern="1200" baseline="0"/>
            <a:t> and </a:t>
          </a:r>
          <a:r>
            <a:rPr lang="en-US" sz="2200" b="1" i="0" kern="1200" baseline="0"/>
            <a:t>OneDrive</a:t>
          </a:r>
          <a:endParaRPr lang="en-US" sz="2200" kern="1200"/>
        </a:p>
      </dsp:txBody>
      <dsp:txXfrm>
        <a:off x="1339618" y="2288"/>
        <a:ext cx="5024605" cy="1159843"/>
      </dsp:txXfrm>
    </dsp:sp>
    <dsp:sp modelId="{1A713D3D-06F7-4389-A057-4E78C3B392AF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39DC43-6CD4-4A2D-BE2D-67A578E4A72A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E74FD-906D-40ED-A796-720B383044C3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Weekly backups to prevent data loss</a:t>
          </a:r>
          <a:endParaRPr lang="en-US" sz="2200" kern="1200"/>
        </a:p>
      </dsp:txBody>
      <dsp:txXfrm>
        <a:off x="1339618" y="1452092"/>
        <a:ext cx="5024605" cy="1159843"/>
      </dsp:txXfrm>
    </dsp:sp>
    <dsp:sp modelId="{51A4F66A-F123-4734-BF77-FCA54FD47802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0FD702-A987-45F4-9EFD-B5DFC8B65365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A0D8C7-3623-4F99-BE4D-B71EAC0859BB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GitHub version control</a:t>
          </a:r>
          <a:r>
            <a:rPr lang="en-US" sz="2200" b="0" i="0" kern="1200" baseline="0"/>
            <a:t> with regular commits</a:t>
          </a:r>
          <a:endParaRPr lang="en-US" sz="2200" kern="1200"/>
        </a:p>
      </dsp:txBody>
      <dsp:txXfrm>
        <a:off x="1339618" y="2901896"/>
        <a:ext cx="5024605" cy="1159843"/>
      </dsp:txXfrm>
    </dsp:sp>
    <dsp:sp modelId="{5564D44C-013C-4AFC-B0E3-7A598CE6F45A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A0D82-71C5-4DAF-AFBB-6206D23FE0D8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4049AC-ACAD-4820-A2A5-5684A57CE6C1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File naming conventions for easy tracking 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D5126-C424-4D6F-B2E8-0A82B96DDFBF}">
      <dsp:nvSpPr>
        <dsp:cNvPr id="0" name=""/>
        <dsp:cNvSpPr/>
      </dsp:nvSpPr>
      <dsp:spPr>
        <a:xfrm>
          <a:off x="0" y="373137"/>
          <a:ext cx="6422901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8488" tIns="458216" rIns="49848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/>
            <a:t>A machine learning model that accurately predicts solar energy production.</a:t>
          </a:r>
          <a:endParaRPr lang="en-US" sz="2200" kern="1200"/>
        </a:p>
      </dsp:txBody>
      <dsp:txXfrm>
        <a:off x="0" y="373137"/>
        <a:ext cx="6422901" cy="1247400"/>
      </dsp:txXfrm>
    </dsp:sp>
    <dsp:sp modelId="{72EFD15B-09D9-4992-97A7-E4BC1C12A803}">
      <dsp:nvSpPr>
        <dsp:cNvPr id="0" name=""/>
        <dsp:cNvSpPr/>
      </dsp:nvSpPr>
      <dsp:spPr>
        <a:xfrm>
          <a:off x="321145" y="48417"/>
          <a:ext cx="4496030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939" tIns="0" rIns="16993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Outcome:</a:t>
          </a:r>
          <a:endParaRPr lang="en-US" sz="2200" kern="1200"/>
        </a:p>
      </dsp:txBody>
      <dsp:txXfrm>
        <a:off x="352848" y="80120"/>
        <a:ext cx="4432624" cy="586034"/>
      </dsp:txXfrm>
    </dsp:sp>
    <dsp:sp modelId="{4733F301-5DED-4717-BB90-04CE5B25CFCB}">
      <dsp:nvSpPr>
        <dsp:cNvPr id="0" name=""/>
        <dsp:cNvSpPr/>
      </dsp:nvSpPr>
      <dsp:spPr>
        <a:xfrm>
          <a:off x="0" y="2064057"/>
          <a:ext cx="6422901" cy="12820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8488" tIns="458216" rIns="49848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/>
            <a:t>Improved energy planning and grid stability.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/>
            <a:t>Potential cost savings for energy providers.</a:t>
          </a:r>
          <a:endParaRPr lang="en-US" sz="2200" kern="1200"/>
        </a:p>
      </dsp:txBody>
      <dsp:txXfrm>
        <a:off x="0" y="2064057"/>
        <a:ext cx="6422901" cy="1282049"/>
      </dsp:txXfrm>
    </dsp:sp>
    <dsp:sp modelId="{8E91B33A-E739-421F-B4F9-87EDF9CE7DBE}">
      <dsp:nvSpPr>
        <dsp:cNvPr id="0" name=""/>
        <dsp:cNvSpPr/>
      </dsp:nvSpPr>
      <dsp:spPr>
        <a:xfrm>
          <a:off x="321145" y="1739337"/>
          <a:ext cx="4496030" cy="649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939" tIns="0" rIns="16993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Impact:</a:t>
          </a:r>
          <a:endParaRPr lang="en-US" sz="2200" kern="1200"/>
        </a:p>
      </dsp:txBody>
      <dsp:txXfrm>
        <a:off x="352848" y="1771040"/>
        <a:ext cx="4432624" cy="586034"/>
      </dsp:txXfrm>
    </dsp:sp>
    <dsp:sp modelId="{43BC483C-0EDD-4444-ADFC-AC05EC8EA6F9}">
      <dsp:nvSpPr>
        <dsp:cNvPr id="0" name=""/>
        <dsp:cNvSpPr/>
      </dsp:nvSpPr>
      <dsp:spPr>
        <a:xfrm>
          <a:off x="0" y="3789627"/>
          <a:ext cx="6422901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8488" tIns="458216" rIns="498488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/>
            <a:t>Incorporate real-time data for dynamic forecasting.</a:t>
          </a:r>
          <a:endParaRPr lang="en-US" sz="2200" kern="1200"/>
        </a:p>
      </dsp:txBody>
      <dsp:txXfrm>
        <a:off x="0" y="3789627"/>
        <a:ext cx="6422901" cy="1247400"/>
      </dsp:txXfrm>
    </dsp:sp>
    <dsp:sp modelId="{855509A6-C120-414C-B3AC-92273A736412}">
      <dsp:nvSpPr>
        <dsp:cNvPr id="0" name=""/>
        <dsp:cNvSpPr/>
      </dsp:nvSpPr>
      <dsp:spPr>
        <a:xfrm>
          <a:off x="321145" y="3464907"/>
          <a:ext cx="4496030" cy="649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9939" tIns="0" rIns="169939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/>
            <a:t>Future Work:</a:t>
          </a:r>
          <a:endParaRPr lang="en-US" sz="2200" kern="1200"/>
        </a:p>
      </dsp:txBody>
      <dsp:txXfrm>
        <a:off x="352848" y="3496610"/>
        <a:ext cx="4432624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0A0C-8DD8-04A7-FE8A-A2B6A6522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002190-4333-18AC-1466-4BB878693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7B5C-802B-D51F-D201-FC18A6840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ACD9B-531B-C5E0-4A6B-E6D94FED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13ECA-B1BD-E338-10A2-F0AC5B9E4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86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FBA47-3998-6E5F-62BC-D902DA30E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44D28-173B-5B4E-9660-36341E127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22508-BBF7-9F85-CDC1-EFA4762B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1513E-D00C-BF1D-FA31-76C8BEE80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00C86-4522-DF72-3349-5EBCB68A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4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471F3-896B-0AD5-69C2-5FF36AD6B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F99B8-5DA4-AC15-A199-40E3B4735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E1946-B95E-CFDC-8D2C-2CEE95B3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B8005-0769-73DE-296C-F8102DA4E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5D1DD-CBF3-549B-7D09-92B91F2A3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68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85F4-9B23-EBDF-0DE2-A23C87619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131D4-BFC9-EAD6-60E2-909EEA8C2C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FBEDAA-B0B4-0B70-FE9D-B7221C93F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47439-DD7C-F768-2437-08A5CE4FB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778B3-D477-25B7-FDD6-CA0D9E6A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6E40A-C1E3-22D9-6A7D-3B9A513E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549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DF6A-D109-E280-A86A-659100BED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4194E9-EDA2-4E9E-39A5-99D01E4AF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2D087C-8A13-A2CD-46CE-2D7CBB2A97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A75C46-DA06-2BE8-D41D-14877BA20A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1AF1EB-BA99-F671-A1E6-24CC3F8321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BFB75-BBAB-4363-6188-6DA94BFA6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641670-E8BC-C8BC-863E-2D975652D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3CA2A1-8CAC-D7CC-88BB-773901C9B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270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EC6A4-149F-B6BA-D8D8-C25D29B8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12843-6F29-5AB8-6985-F5D07FB3E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23449-9D72-6445-B59C-02DAF11D6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4A3EF-11A3-3567-E35B-A667A68BD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7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42DE86-4058-78DB-15F9-4360BE05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D5E8F5-805E-FD37-C14D-87886F697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F0CE6-6E4C-25E4-26C7-6DB5F7B2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088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4319-639F-18EF-D4D1-55740650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66C03-301D-F058-B2AF-8543D9585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B63AA-16AE-D074-2D6C-277D9DE61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70B17-8466-8866-27E6-F6A0E6314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BB362-DD47-5B49-30C2-BEBC0CF01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8E5FC2-8571-873D-CCA5-6AE5FA54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93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ABB27-1028-8032-CA59-ECA9ADDF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BB5238-CE2E-2C62-B074-2A77D3340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64A50D-B958-D470-18CF-9C9CF9B20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9A9301-BFF0-09B3-CE0A-1365707E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CB322-8DA7-1DAD-C107-02B0AC847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9A382-D2F2-5CD7-AA65-0EC279F95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74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955-76A9-B912-A2B1-E0AF6D18F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EC3D60-BEF3-1510-CE97-E6D55D51B8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F7AA0-0BD4-1253-E842-3B9A2FBD2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B93C3-71CF-E3AE-2357-DD2745549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E3F5A-0DBE-4BB9-CEDD-CD53A455B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31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5F670-5237-CAC1-1345-563F36E4B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7A7657-173C-372E-ED75-4E2FB1203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8DA28F-53AB-6C2F-D748-375D14B4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0EBEC-B6D6-AD55-94BF-FBDAB52F2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92A93-E4A0-79A2-95E7-2D197933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99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1F968E-0A65-F91D-E8FB-E961FF58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BB4B5-36DE-F82E-B6EE-D72358DDA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D0D16-120C-90EE-4635-AC82A8F15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9AE16-FF9F-480E-8E92-A2505EA68440}" type="datetimeFigureOut">
              <a:rPr lang="en-US" smtClean="0"/>
              <a:t>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20B30-4A77-C150-C4D2-FADAEFFCE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20E36-51DA-1555-1332-C68EAEED8D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5F7F15-F078-49C2-AC71-41724B3EF0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2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lose up of a solar panel">
            <a:extLst>
              <a:ext uri="{FF2B5EF4-FFF2-40B4-BE49-F238E27FC236}">
                <a16:creationId xmlns:a16="http://schemas.microsoft.com/office/drawing/2014/main" id="{42E7D6AB-F1AD-BE8D-35DD-93CFC3D4BB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15708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D5616D-2835-7BA9-7A98-7D12A4D38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5100" b="1" i="0">
                <a:solidFill>
                  <a:schemeClr val="bg1"/>
                </a:solidFill>
                <a:effectLst/>
                <a:latin typeface="Inter"/>
              </a:rPr>
              <a:t>SOLAR ENERGY PRODUCTION </a:t>
            </a:r>
            <a:r>
              <a:rPr lang="en-US" sz="5100" b="1" i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FORECASTING</a:t>
            </a:r>
            <a:r>
              <a:rPr lang="en-US" sz="5100" b="1" i="0">
                <a:solidFill>
                  <a:schemeClr val="bg1"/>
                </a:solidFill>
                <a:effectLst/>
                <a:latin typeface="Inter"/>
              </a:rPr>
              <a:t> USING MACHINE LEARNING 	AND METEOROLOGICAL DATA</a:t>
            </a:r>
            <a:endParaRPr lang="en-US" sz="5100" b="1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2F14C3-D2F1-33D4-685B-A8D6D83A3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                                                     - Project and Data Management (PDM) Plan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B47A7-8262-46E6-1100-D39FF0736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4597747" cy="1616203"/>
          </a:xfrm>
        </p:spPr>
        <p:txBody>
          <a:bodyPr anchor="b">
            <a:normAutofit/>
          </a:bodyPr>
          <a:lstStyle/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88AD6D9-6329-2E52-6166-7D35DF261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597746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Solar Energy Production Forecasting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Question:</a:t>
            </a:r>
            <a:b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How accurately can solar energy production be forecasted using meteorological data?</a:t>
            </a:r>
          </a:p>
          <a:p>
            <a:pPr marL="0" indent="0">
              <a:buNone/>
            </a:pPr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relationship between weather conditions and solar power output.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Develop machine learning models for solar energy prediction.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 accuracy and compare different forecasting techniques.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BF30C-80D6-429D-36F1-49E8804549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03" r="27233" b="-1"/>
          <a:stretch/>
        </p:blipFill>
        <p:spPr>
          <a:xfrm>
            <a:off x="6859413" y="867064"/>
            <a:ext cx="3792237" cy="504879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2634027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CD31D5C2-3B94-5265-E737-1DA2CE02A771}"/>
              </a:ext>
            </a:extLst>
          </p:cNvPr>
          <p:cNvSpPr txBox="1">
            <a:spLocks/>
          </p:cNvSpPr>
          <p:nvPr/>
        </p:nvSpPr>
        <p:spPr>
          <a:xfrm>
            <a:off x="0" y="-166688"/>
            <a:ext cx="12192000" cy="112871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4000">
                <a:solidFill>
                  <a:schemeClr val="bg1"/>
                </a:solidFill>
              </a:rPr>
              <a:t>Background and Motivation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3AAE1A6-6DEE-9FD7-70EE-0A1AC7C62D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7444158"/>
              </p:ext>
            </p:extLst>
          </p:nvPr>
        </p:nvGraphicFramePr>
        <p:xfrm>
          <a:off x="704849" y="1771650"/>
          <a:ext cx="9915526" cy="42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510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797E-2F24-1F81-D435-6B4BBDA8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PLAN </a:t>
            </a:r>
            <a:endParaRPr lang="en-US" sz="2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199E63-303D-14B9-5FE6-B4AB82BBE2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6796786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43260725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35F9EB-C0E9-8430-8017-B269A372C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 PLAN 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1F8A76EB-EAEC-33F3-55B3-7DE01CFE1E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321497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14249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A1B94-3D30-55D5-15ED-3DE3E5815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50FC1BA-3EA3-6A13-D1EB-6C81A5261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Inter"/>
              </a:rPr>
              <a:t>Steps:</a:t>
            </a:r>
            <a:endParaRPr lang="en-US" sz="2400" b="0" i="0" dirty="0">
              <a:effectLst/>
              <a:latin typeface="Inter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Data Collection:</a:t>
            </a:r>
            <a:r>
              <a:rPr lang="en-US" b="0" i="0" dirty="0">
                <a:effectLst/>
                <a:latin typeface="Inter"/>
              </a:rPr>
              <a:t> Gather solar energy and meteorological data.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Data Preprocessing:</a:t>
            </a:r>
            <a:r>
              <a:rPr lang="en-US" b="0" i="0" dirty="0">
                <a:effectLst/>
                <a:latin typeface="Inter"/>
              </a:rPr>
              <a:t> Clean, normalize, and merge datasets.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Model Development:</a:t>
            </a:r>
            <a:r>
              <a:rPr lang="en-US" b="0" i="0" dirty="0">
                <a:effectLst/>
                <a:latin typeface="Inter"/>
              </a:rPr>
              <a:t> Train machine learning models (e.g., linear regression, random forest, LSTM).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Inter"/>
              </a:rPr>
              <a:t>Model Evaluation:</a:t>
            </a:r>
            <a:r>
              <a:rPr lang="en-US" b="0" i="0" dirty="0">
                <a:effectLst/>
                <a:latin typeface="Inter"/>
              </a:rPr>
              <a:t> Compare models using metrics like RMSE and MAE.</a:t>
            </a:r>
          </a:p>
          <a:p>
            <a:pPr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2400" b="1" i="0" dirty="0">
                <a:effectLst/>
                <a:latin typeface="Inter"/>
              </a:rPr>
              <a:t>Tools:</a:t>
            </a:r>
            <a:r>
              <a:rPr lang="en-US" sz="2400" b="0" i="0" dirty="0">
                <a:effectLst/>
                <a:latin typeface="Inter"/>
              </a:rPr>
              <a:t> Python, Scikit-learn, TensorFlow/</a:t>
            </a:r>
            <a:r>
              <a:rPr lang="en-US" sz="2400" b="0" i="0" dirty="0" err="1">
                <a:effectLst/>
                <a:latin typeface="Inter"/>
              </a:rPr>
              <a:t>Keras</a:t>
            </a:r>
            <a:r>
              <a:rPr lang="en-US" sz="2400" b="0" i="0" dirty="0">
                <a:effectLst/>
                <a:latin typeface="Inter"/>
              </a:rPr>
              <a:t>, Pandas, NumPy.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6740042"/>
      </p:ext>
    </p:extLst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12947-2E8F-E768-E101-E6965777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 b="1"/>
              <a:t>DATA STORAGE &amp; SECURITY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14B8432-C5D7-C133-9416-40BAF2238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6595351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870650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A6D2EA-9EFD-56E5-2937-99DC99DFC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/>
              <a:t>ETHICAL CONSIDERATIONS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99351A-5884-D434-DD91-225500E889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2470244"/>
            <a:ext cx="5334197" cy="37698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GDPR Compliance: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No personal data included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Ethical Data Collection: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Public dataset from Kaggle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Permission: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Open-source data for research use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Compliance: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Follows UH ethical policies </a:t>
            </a:r>
          </a:p>
        </p:txBody>
      </p:sp>
      <p:pic>
        <p:nvPicPr>
          <p:cNvPr id="6" name="Picture 5" descr="Magnifying glass showing decling performance">
            <a:extLst>
              <a:ext uri="{FF2B5EF4-FFF2-40B4-BE49-F238E27FC236}">
                <a16:creationId xmlns:a16="http://schemas.microsoft.com/office/drawing/2014/main" id="{E907731E-D0C0-6757-FDD1-AD2A3A78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0" r="39364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3719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6F39C2-8746-4599-843B-CED156C408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D714AD-9E94-4752-AA45-D4B0EAAB5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4652"/>
            <a:ext cx="4444163" cy="632334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08F34A-C44F-7731-2B18-DA938F29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411" y="767258"/>
            <a:ext cx="3209335" cy="5323484"/>
          </a:xfrm>
        </p:spPr>
        <p:txBody>
          <a:bodyPr>
            <a:normAutofit/>
          </a:bodyPr>
          <a:lstStyle/>
          <a:p>
            <a:pPr algn="ctr"/>
            <a:r>
              <a:rPr lang="en-US" sz="2800" b="1" i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en-US" sz="2800" b="1" i="0">
                <a:solidFill>
                  <a:schemeClr val="bg1"/>
                </a:solidFill>
                <a:effectLst/>
                <a:latin typeface="Inter"/>
              </a:rPr>
              <a:t> RESULTS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F89E09-42FB-4694-96E4-95652B1D83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83158" y="3396997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D3C032-881F-4579-A4BF-0FA966E9F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70645"/>
            <a:ext cx="12192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1E2830-3BE4-A3FC-D7B7-F9D2CA9B4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3533007"/>
              </p:ext>
            </p:extLst>
          </p:nvPr>
        </p:nvGraphicFramePr>
        <p:xfrm>
          <a:off x="5242917" y="1005298"/>
          <a:ext cx="6422901" cy="508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588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D752B-8348-5E18-0CE1-16BBEABED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Conclusion &amp; Next Steps</a:t>
            </a:r>
            <a:endParaRPr lang="en-US" sz="40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1F3B3EA2-19DE-5970-64E5-38766A899B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Finalize model development &amp; accuracy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Complete documentation and ReadMe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Submit final report and project 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/>
              <a:t>Maintain repository for future improvements</a:t>
            </a:r>
          </a:p>
          <a:p>
            <a:endParaRPr lang="en-US" sz="2000"/>
          </a:p>
        </p:txBody>
      </p:sp>
      <p:pic>
        <p:nvPicPr>
          <p:cNvPr id="23" name="Picture 22" descr="Pen placed on top of a signature line">
            <a:extLst>
              <a:ext uri="{FF2B5EF4-FFF2-40B4-BE49-F238E27FC236}">
                <a16:creationId xmlns:a16="http://schemas.microsoft.com/office/drawing/2014/main" id="{F6861779-2635-2645-325E-FAC4F8492F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164" r="-1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4670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407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Inter</vt:lpstr>
      <vt:lpstr>Times New Roman</vt:lpstr>
      <vt:lpstr>Office Theme</vt:lpstr>
      <vt:lpstr>SOLAR ENERGY PRODUCTION FORECASTING USING MACHINE LEARNING  AND METEOROLOGICAL DATA</vt:lpstr>
      <vt:lpstr>PROJECT OVERVIEW</vt:lpstr>
      <vt:lpstr>PowerPoint Presentation</vt:lpstr>
      <vt:lpstr>PROJECT PLAN </vt:lpstr>
      <vt:lpstr>DATA MANAGEMENT PLAN </vt:lpstr>
      <vt:lpstr>METHODOLOGY</vt:lpstr>
      <vt:lpstr>DATA STORAGE &amp; SECURITY</vt:lpstr>
      <vt:lpstr>ETHICAL CONSIDERATIONS</vt:lpstr>
      <vt:lpstr>EXPECTED RESULTS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Sharukh Khan Patan [Student-PECS]</dc:creator>
  <cp:lastModifiedBy>Sharukh Khan Patan [Student-PECS]</cp:lastModifiedBy>
  <cp:revision>1</cp:revision>
  <dcterms:created xsi:type="dcterms:W3CDTF">2025-02-10T13:18:17Z</dcterms:created>
  <dcterms:modified xsi:type="dcterms:W3CDTF">2025-02-10T13:53:31Z</dcterms:modified>
</cp:coreProperties>
</file>